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1.xml" ContentType="application/vnd.openxmlformats-officedocument.presentationml.notesSlid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notesSlides/notesSlide2.xml" ContentType="application/vnd.openxmlformats-officedocument.presentationml.notesSlide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notesSlides/notesSlide3.xml" ContentType="application/vnd.openxmlformats-officedocument.presentationml.notesSlide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notesSlides/notesSlide4.xml" ContentType="application/vnd.openxmlformats-officedocument.presentationml.notesSlide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notesSlides/notesSlide5.xml" ContentType="application/vnd.openxmlformats-officedocument.presentationml.notesSlide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notesSlides/notesSlide6.xml" ContentType="application/vnd.openxmlformats-officedocument.presentationml.notesSlide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notesSlides/notesSlide7.xml" ContentType="application/vnd.openxmlformats-officedocument.presentationml.notesSlide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sldIdLst>
    <p:sldId id="10835" r:id="rId2"/>
    <p:sldId id="12399" r:id="rId3"/>
    <p:sldId id="12294" r:id="rId4"/>
    <p:sldId id="12401" r:id="rId5"/>
    <p:sldId id="12400" r:id="rId6"/>
    <p:sldId id="11870" r:id="rId7"/>
    <p:sldId id="12403" r:id="rId8"/>
    <p:sldId id="12404" r:id="rId9"/>
    <p:sldId id="12405" r:id="rId10"/>
    <p:sldId id="12406" r:id="rId11"/>
    <p:sldId id="12407" r:id="rId12"/>
    <p:sldId id="12408" r:id="rId13"/>
    <p:sldId id="12409" r:id="rId14"/>
    <p:sldId id="12411" r:id="rId15"/>
    <p:sldId id="12137" r:id="rId16"/>
    <p:sldId id="12382" r:id="rId17"/>
    <p:sldId id="11204" r:id="rId18"/>
    <p:sldId id="11499" r:id="rId19"/>
    <p:sldId id="11511" r:id="rId20"/>
    <p:sldId id="12189" r:id="rId21"/>
    <p:sldId id="12190" r:id="rId22"/>
    <p:sldId id="11479" r:id="rId23"/>
    <p:sldId id="11514" r:id="rId24"/>
    <p:sldId id="11480" r:id="rId25"/>
    <p:sldId id="11513" r:id="rId26"/>
    <p:sldId id="11209" r:id="rId27"/>
    <p:sldId id="12371" r:id="rId28"/>
    <p:sldId id="12386" r:id="rId29"/>
    <p:sldId id="12134" r:id="rId30"/>
    <p:sldId id="12238" r:id="rId31"/>
    <p:sldId id="11661" r:id="rId32"/>
    <p:sldId id="12387" r:id="rId33"/>
    <p:sldId id="11247" r:id="rId34"/>
    <p:sldId id="12239" r:id="rId35"/>
    <p:sldId id="11252" r:id="rId36"/>
    <p:sldId id="12340" r:id="rId37"/>
    <p:sldId id="11657" r:id="rId38"/>
    <p:sldId id="11656" r:id="rId39"/>
    <p:sldId id="12240" r:id="rId40"/>
    <p:sldId id="12388" r:id="rId41"/>
    <p:sldId id="12383" r:id="rId42"/>
    <p:sldId id="12377" r:id="rId43"/>
    <p:sldId id="11649" r:id="rId44"/>
    <p:sldId id="12376" r:id="rId45"/>
    <p:sldId id="12375" r:id="rId46"/>
    <p:sldId id="12373" r:id="rId47"/>
    <p:sldId id="12136" r:id="rId48"/>
    <p:sldId id="12390" r:id="rId49"/>
    <p:sldId id="12372" r:id="rId50"/>
    <p:sldId id="12243" r:id="rId51"/>
    <p:sldId id="12398" r:id="rId52"/>
    <p:sldId id="12241" r:id="rId53"/>
    <p:sldId id="11557" r:id="rId54"/>
    <p:sldId id="12391" r:id="rId55"/>
    <p:sldId id="12246" r:id="rId56"/>
    <p:sldId id="12365" r:id="rId57"/>
    <p:sldId id="12247" r:id="rId58"/>
    <p:sldId id="12248" r:id="rId59"/>
    <p:sldId id="11658" r:id="rId60"/>
    <p:sldId id="12358" r:id="rId61"/>
    <p:sldId id="12359" r:id="rId62"/>
    <p:sldId id="12393" r:id="rId63"/>
    <p:sldId id="12395" r:id="rId64"/>
    <p:sldId id="12396" r:id="rId65"/>
    <p:sldId id="11188" r:id="rId66"/>
  </p:sldIdLst>
  <p:sldSz cx="12192000" cy="6858000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engdee" initials="K" lastIdx="35" clrIdx="0"/>
  <p:cmAuthor id="7" name="1206988966@qq.com" initials="1" lastIdx="1" clrIdx="2"/>
  <p:cmAuthor id="1" name="Administrator" initials="A" lastIdx="1" clrIdx="0"/>
  <p:cmAuthor id="8" name="姜伟光" initials="姜" lastIdx="1" clrIdx="0"/>
  <p:cmAuthor id="2" name="Microsoft" initials="M" lastIdx="1" clrIdx="1"/>
  <p:cmAuthor id="3" name="hugf" initials="h" lastIdx="1" clrIdx="3"/>
  <p:cmAuthor id="10" name="lenovo" initials="l" lastIdx="14" clrIdx="9"/>
  <p:cmAuthor id="4" name="Chris French" initials="CF" lastIdx="68" clrIdx="4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AAFE"/>
    <a:srgbClr val="FFC000"/>
    <a:srgbClr val="2971EB"/>
    <a:srgbClr val="E7F1FF"/>
    <a:srgbClr val="1771EA"/>
    <a:srgbClr val="948A54"/>
    <a:srgbClr val="98DCDE"/>
    <a:srgbClr val="7EC5D6"/>
    <a:srgbClr val="24BFBC"/>
    <a:srgbClr val="9F5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87" d="100"/>
          <a:sy n="87" d="100"/>
        </p:scale>
        <p:origin x="88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28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93DB8-0811-41E1-BC08-A1F7D095F6D6}" type="datetimeFigureOut">
              <a:rPr lang="zh-CN" altLang="en-US" smtClean="0"/>
              <a:t>2026-09-09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2278F-FC39-4E0F-A467-AAEA37403EA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GI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rgbClr val="177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12"/>
          <p:cNvGrpSpPr/>
          <p:nvPr userDrawn="1"/>
        </p:nvGrpSpPr>
        <p:grpSpPr bwMode="auto">
          <a:xfrm>
            <a:off x="1049240" y="2805688"/>
            <a:ext cx="4345302" cy="2078134"/>
            <a:chOff x="3421015" y="1273911"/>
            <a:chExt cx="3261545" cy="1563795"/>
          </a:xfrm>
        </p:grpSpPr>
        <p:sp>
          <p:nvSpPr>
            <p:cNvPr id="9" name="Rectangle 4"/>
            <p:cNvSpPr/>
            <p:nvPr/>
          </p:nvSpPr>
          <p:spPr bwMode="auto">
            <a:xfrm>
              <a:off x="4512681" y="1435314"/>
              <a:ext cx="1813222" cy="741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defTabSz="1100455"/>
              <a:r>
                <a:rPr lang="en-US" altLang="zh-CN" sz="6400" kern="0" dirty="0">
                  <a:solidFill>
                    <a:srgbClr val="FFFFFF"/>
                  </a:solidFill>
                  <a:latin typeface="Goudy Old Style" panose="02020502050305020303" charset="0"/>
                  <a:ea typeface="Helvetica Neue"/>
                  <a:cs typeface="宋体" panose="02010600030101010101" pitchFamily="2" charset="-122"/>
                  <a:sym typeface="Helvetica Neue UltraLight" charset="0"/>
                </a:rPr>
                <a:t>Thanks</a:t>
              </a:r>
            </a:p>
          </p:txBody>
        </p:sp>
        <p:sp>
          <p:nvSpPr>
            <p:cNvPr id="10" name="Rectangle 5"/>
            <p:cNvSpPr/>
            <p:nvPr/>
          </p:nvSpPr>
          <p:spPr bwMode="auto">
            <a:xfrm>
              <a:off x="4153205" y="2220539"/>
              <a:ext cx="792909" cy="216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defTabSz="1100455"/>
              <a:r>
                <a:rPr lang="en-US" altLang="zh-CN" sz="1865" kern="0">
                  <a:solidFill>
                    <a:srgbClr val="FFFFFF"/>
                  </a:solidFill>
                  <a:latin typeface="Arial Narrow" panose="020B0606020202030204" charset="0"/>
                  <a:ea typeface="Helvetica Neue"/>
                  <a:cs typeface="宋体" panose="02010600030101010101" pitchFamily="2" charset="-122"/>
                  <a:sym typeface="Arial Narrow" panose="020B0606020202030204" charset="0"/>
                </a:rPr>
                <a:t>terima kasih</a:t>
              </a:r>
            </a:p>
          </p:txBody>
        </p:sp>
        <p:sp>
          <p:nvSpPr>
            <p:cNvPr id="11" name="Rectangle 6"/>
            <p:cNvSpPr/>
            <p:nvPr/>
          </p:nvSpPr>
          <p:spPr bwMode="auto">
            <a:xfrm>
              <a:off x="3481537" y="1274682"/>
              <a:ext cx="924057" cy="5558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defTabSz="1100455"/>
              <a:r>
                <a:rPr lang="zh-CN" altLang="en-US" sz="4800" kern="0" dirty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宋体" panose="02010600030101010101" pitchFamily="2" charset="-122"/>
                  <a:sym typeface="Arial" panose="020B0604020202020204" pitchFamily="34" charset="0"/>
                </a:rPr>
                <a:t>感謝</a:t>
              </a:r>
            </a:p>
          </p:txBody>
        </p:sp>
        <p:sp>
          <p:nvSpPr>
            <p:cNvPr id="12" name="Rectangle 7"/>
            <p:cNvSpPr/>
            <p:nvPr/>
          </p:nvSpPr>
          <p:spPr bwMode="auto">
            <a:xfrm>
              <a:off x="5192919" y="2096580"/>
              <a:ext cx="1232076" cy="741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defTabSz="1100455"/>
              <a:r>
                <a:rPr lang="zh-CN" altLang="en-US" sz="6400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Microsoft YaHei Bold" charset="-122"/>
                </a:rPr>
                <a:t>谢谢</a:t>
              </a:r>
            </a:p>
          </p:txBody>
        </p:sp>
        <p:sp>
          <p:nvSpPr>
            <p:cNvPr id="13" name="Rectangle 8"/>
            <p:cNvSpPr/>
            <p:nvPr/>
          </p:nvSpPr>
          <p:spPr bwMode="auto">
            <a:xfrm>
              <a:off x="5142464" y="1273911"/>
              <a:ext cx="1540096" cy="370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defTabSz="1100455"/>
              <a:r>
                <a:rPr lang="zh-CN" altLang="en-US" sz="3200" kern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宋体" panose="02010600030101010101" pitchFamily="2" charset="-122"/>
                  <a:sym typeface="Arial" panose="020B0604020202020204" pitchFamily="34" charset="0"/>
                </a:rPr>
                <a:t>ありがとう</a:t>
              </a:r>
            </a:p>
          </p:txBody>
        </p:sp>
        <p:sp>
          <p:nvSpPr>
            <p:cNvPr id="14" name="Rectangle 9"/>
            <p:cNvSpPr/>
            <p:nvPr/>
          </p:nvSpPr>
          <p:spPr bwMode="auto">
            <a:xfrm>
              <a:off x="3421015" y="1890316"/>
              <a:ext cx="730342" cy="277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</a:defRPr>
              </a:lvl9pPr>
            </a:lstStyle>
            <a:p>
              <a:pPr algn="ctr" defTabSz="1100455"/>
              <a:r>
                <a:rPr lang="en-US" altLang="zh-CN" sz="2400" kern="0">
                  <a:solidFill>
                    <a:srgbClr val="FFFFFF"/>
                  </a:solidFill>
                  <a:latin typeface="Arial" panose="020B0604020202020204" pitchFamily="34" charset="0"/>
                  <a:ea typeface="Helvetica Neue"/>
                  <a:cs typeface="宋体" panose="02010600030101010101" pitchFamily="2" charset="-122"/>
                  <a:sym typeface="Arial" panose="020B0604020202020204" pitchFamily="34" charset="0"/>
                </a:rPr>
                <a:t>ขอบคุณ</a:t>
              </a:r>
            </a:p>
          </p:txBody>
        </p:sp>
      </p:grpSp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2"/>
          <a:srcRect t="19867" r="15798"/>
          <a:stretch>
            <a:fillRect/>
          </a:stretch>
        </p:blipFill>
        <p:spPr>
          <a:xfrm>
            <a:off x="6055418" y="-2"/>
            <a:ext cx="6136583" cy="38933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mparison">
    <p:bg>
      <p:bgPr>
        <a:solidFill>
          <a:srgbClr val="177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roup 63"/>
          <p:cNvGrpSpPr/>
          <p:nvPr userDrawn="1"/>
        </p:nvGrpSpPr>
        <p:grpSpPr>
          <a:xfrm>
            <a:off x="606012" y="-295890"/>
            <a:ext cx="10977237" cy="225780"/>
            <a:chOff x="0" y="0"/>
            <a:chExt cx="8232927" cy="169333"/>
          </a:xfrm>
        </p:grpSpPr>
        <p:grpSp>
          <p:nvGrpSpPr>
            <p:cNvPr id="525" name="Group 12"/>
            <p:cNvGrpSpPr/>
            <p:nvPr/>
          </p:nvGrpSpPr>
          <p:grpSpPr>
            <a:xfrm>
              <a:off x="2742292" y="15394"/>
              <a:ext cx="690489" cy="153940"/>
              <a:chOff x="0" y="0"/>
              <a:chExt cx="690487" cy="153939"/>
            </a:xfrm>
          </p:grpSpPr>
          <p:grpSp>
            <p:nvGrpSpPr>
              <p:cNvPr id="523" name="Group 13"/>
              <p:cNvGrpSpPr/>
              <p:nvPr/>
            </p:nvGrpSpPr>
            <p:grpSpPr>
              <a:xfrm>
                <a:off x="0" y="0"/>
                <a:ext cx="342044" cy="153940"/>
                <a:chOff x="0" y="0"/>
                <a:chExt cx="342043" cy="153939"/>
              </a:xfrm>
            </p:grpSpPr>
            <p:sp>
              <p:nvSpPr>
                <p:cNvPr id="521" name="Straight Connector 15"/>
                <p:cNvSpPr/>
                <p:nvPr/>
              </p:nvSpPr>
              <p:spPr>
                <a:xfrm flipV="1">
                  <a:off x="-1" y="0"/>
                  <a:ext cx="2" cy="153940"/>
                </a:xfrm>
                <a:prstGeom prst="line">
                  <a:avLst/>
                </a:prstGeom>
                <a:noFill/>
                <a:ln w="6350" cap="flat">
                  <a:solidFill>
                    <a:srgbClr val="FFFFFF"/>
                  </a:solidFill>
                  <a:prstDash val="sysDash"/>
                  <a:round/>
                </a:ln>
                <a:effectLst/>
              </p:spPr>
              <p:txBody>
                <a:bodyPr wrap="square" lIns="60958" tIns="60958" rIns="60958" bIns="60958" numCol="1" anchor="t">
                  <a:noAutofit/>
                </a:bodyPr>
                <a:lstStyle/>
                <a:p>
                  <a:pPr marL="0" marR="0" lvl="0" indent="0" algn="l" defTabSz="6096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53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2" name="Straight Connector 16"/>
                <p:cNvSpPr/>
                <p:nvPr/>
              </p:nvSpPr>
              <p:spPr>
                <a:xfrm flipV="1">
                  <a:off x="342043" y="0"/>
                  <a:ext cx="1" cy="153940"/>
                </a:xfrm>
                <a:prstGeom prst="line">
                  <a:avLst/>
                </a:prstGeom>
                <a:noFill/>
                <a:ln w="6350" cap="flat">
                  <a:solidFill>
                    <a:srgbClr val="FFFFFF"/>
                  </a:solidFill>
                  <a:prstDash val="sysDash"/>
                  <a:round/>
                </a:ln>
                <a:effectLst/>
              </p:spPr>
              <p:txBody>
                <a:bodyPr wrap="square" lIns="60958" tIns="60958" rIns="60958" bIns="60958" numCol="1" anchor="t">
                  <a:noAutofit/>
                </a:bodyPr>
                <a:lstStyle/>
                <a:p>
                  <a:pPr marL="0" marR="0" lvl="0" indent="0" algn="l" defTabSz="6096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2535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24" name="Straight Connector 14"/>
              <p:cNvSpPr/>
              <p:nvPr/>
            </p:nvSpPr>
            <p:spPr>
              <a:xfrm flipV="1">
                <a:off x="690487" y="0"/>
                <a:ext cx="1" cy="153940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26" name="Straight Connector 22"/>
            <p:cNvSpPr/>
            <p:nvPr/>
          </p:nvSpPr>
          <p:spPr>
            <a:xfrm flipV="1">
              <a:off x="-1" y="0"/>
              <a:ext cx="2" cy="15394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60958" tIns="60958" rIns="60958" bIns="60958" numCol="1" anchor="t">
              <a:no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7" name="Straight Connector 36"/>
            <p:cNvSpPr/>
            <p:nvPr/>
          </p:nvSpPr>
          <p:spPr>
            <a:xfrm flipV="1">
              <a:off x="8232927" y="0"/>
              <a:ext cx="1" cy="153940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60958" tIns="60958" rIns="60958" bIns="60958" numCol="1" anchor="t">
              <a:no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31" name="Group 41"/>
          <p:cNvGrpSpPr/>
          <p:nvPr userDrawn="1"/>
        </p:nvGrpSpPr>
        <p:grpSpPr>
          <a:xfrm>
            <a:off x="-1441784" y="-70960"/>
            <a:ext cx="861723" cy="861723"/>
            <a:chOff x="-1" y="-1"/>
            <a:chExt cx="646290" cy="646290"/>
          </a:xfrm>
        </p:grpSpPr>
        <p:sp>
          <p:nvSpPr>
            <p:cNvPr id="529" name="Rectangle 42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4215F"/>
            </a:solidFill>
            <a:ln w="12700" cap="flat">
              <a:noFill/>
              <a:miter lim="400000"/>
            </a:ln>
            <a:effectLst/>
          </p:spPr>
          <p:txBody>
            <a:bodyPr wrap="square" lIns="60958" tIns="60958" rIns="60958" bIns="60958" numCol="1" anchor="ctr">
              <a:no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0" name="TextBox 43"/>
            <p:cNvSpPr txBox="1"/>
            <p:nvPr/>
          </p:nvSpPr>
          <p:spPr>
            <a:xfrm>
              <a:off x="0" y="0"/>
              <a:ext cx="288297" cy="461083"/>
            </a:xfrm>
            <a:prstGeom prst="rect">
              <a:avLst/>
            </a:prstGeom>
            <a:solidFill>
              <a:srgbClr val="24215F"/>
            </a:solidFill>
            <a:ln w="12700" cap="flat">
              <a:noFill/>
              <a:miter lim="400000"/>
            </a:ln>
            <a:effectLst/>
          </p:spPr>
          <p:txBody>
            <a:bodyPr wrap="none" lIns="60958" tIns="60958" rIns="60958" bIns="60958" numCol="1" anchor="t">
              <a:sp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R:36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G:33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B:95</a:t>
              </a:r>
            </a:p>
          </p:txBody>
        </p:sp>
      </p:grpSp>
      <p:grpSp>
        <p:nvGrpSpPr>
          <p:cNvPr id="534" name="Group 44"/>
          <p:cNvGrpSpPr/>
          <p:nvPr userDrawn="1"/>
        </p:nvGrpSpPr>
        <p:grpSpPr>
          <a:xfrm>
            <a:off x="-1441784" y="878956"/>
            <a:ext cx="861723" cy="861723"/>
            <a:chOff x="-1" y="-1"/>
            <a:chExt cx="646290" cy="646290"/>
          </a:xfrm>
        </p:grpSpPr>
        <p:sp>
          <p:nvSpPr>
            <p:cNvPr id="532" name="Rectangle 45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1771EA"/>
            </a:solidFill>
            <a:ln w="12700" cap="flat">
              <a:noFill/>
              <a:miter lim="400000"/>
            </a:ln>
            <a:effectLst/>
          </p:spPr>
          <p:txBody>
            <a:bodyPr wrap="square" lIns="60958" tIns="60958" rIns="60958" bIns="60958" numCol="1" anchor="ctr">
              <a:no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3" name="TextBox 46"/>
            <p:cNvSpPr txBox="1"/>
            <p:nvPr/>
          </p:nvSpPr>
          <p:spPr>
            <a:xfrm>
              <a:off x="0" y="0"/>
              <a:ext cx="339993" cy="4610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0958" tIns="60958" rIns="60958" bIns="60958" numCol="1" anchor="t">
              <a:sp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R:23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G:136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B:238</a:t>
              </a:r>
            </a:p>
          </p:txBody>
        </p:sp>
      </p:grpSp>
      <p:grpSp>
        <p:nvGrpSpPr>
          <p:cNvPr id="537" name="Group 47"/>
          <p:cNvGrpSpPr/>
          <p:nvPr userDrawn="1"/>
        </p:nvGrpSpPr>
        <p:grpSpPr>
          <a:xfrm>
            <a:off x="-1441784" y="1828877"/>
            <a:ext cx="861723" cy="861721"/>
            <a:chOff x="-1" y="-1"/>
            <a:chExt cx="646290" cy="646290"/>
          </a:xfrm>
        </p:grpSpPr>
        <p:sp>
          <p:nvSpPr>
            <p:cNvPr id="535" name="Rectangle 48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5C1FB"/>
            </a:solidFill>
            <a:ln w="12700" cap="flat">
              <a:noFill/>
              <a:miter lim="400000"/>
            </a:ln>
            <a:effectLst/>
          </p:spPr>
          <p:txBody>
            <a:bodyPr wrap="square" lIns="60958" tIns="60958" rIns="60958" bIns="60958" numCol="1" anchor="ctr">
              <a:no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6" name="TextBox 49"/>
            <p:cNvSpPr txBox="1"/>
            <p:nvPr/>
          </p:nvSpPr>
          <p:spPr>
            <a:xfrm>
              <a:off x="0" y="0"/>
              <a:ext cx="339993" cy="461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0958" tIns="60958" rIns="60958" bIns="60958" numCol="1" anchor="t">
              <a:sp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R:35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G:204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/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B:252</a:t>
              </a:r>
            </a:p>
          </p:txBody>
        </p:sp>
      </p:grpSp>
      <p:grpSp>
        <p:nvGrpSpPr>
          <p:cNvPr id="540" name="Group 50"/>
          <p:cNvGrpSpPr/>
          <p:nvPr userDrawn="1"/>
        </p:nvGrpSpPr>
        <p:grpSpPr>
          <a:xfrm>
            <a:off x="-1441784" y="2778793"/>
            <a:ext cx="861723" cy="861721"/>
            <a:chOff x="-1" y="-1"/>
            <a:chExt cx="646290" cy="646290"/>
          </a:xfrm>
        </p:grpSpPr>
        <p:sp>
          <p:nvSpPr>
            <p:cNvPr id="538" name="Rectangle 51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24BEBC"/>
            </a:solidFill>
            <a:ln w="12700" cap="flat">
              <a:noFill/>
              <a:miter lim="400000"/>
            </a:ln>
            <a:effectLst/>
          </p:spPr>
          <p:txBody>
            <a:bodyPr wrap="square" lIns="60958" tIns="60958" rIns="60958" bIns="60958" numCol="1" anchor="ctr">
              <a:no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9" name="TextBox 52"/>
            <p:cNvSpPr txBox="1"/>
            <p:nvPr/>
          </p:nvSpPr>
          <p:spPr>
            <a:xfrm>
              <a:off x="0" y="0"/>
              <a:ext cx="339993" cy="461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0958" tIns="60958" rIns="60958" bIns="60958" numCol="1" anchor="t">
              <a:sp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R:33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G:200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B:200</a:t>
              </a:r>
            </a:p>
          </p:txBody>
        </p:sp>
      </p:grpSp>
      <p:sp>
        <p:nvSpPr>
          <p:cNvPr id="541" name="TextBox 58"/>
          <p:cNvSpPr txBox="1"/>
          <p:nvPr userDrawn="1"/>
        </p:nvSpPr>
        <p:spPr>
          <a:xfrm>
            <a:off x="-1460596" y="4946796"/>
            <a:ext cx="861719" cy="553990"/>
          </a:xfrm>
          <a:prstGeom prst="rect">
            <a:avLst/>
          </a:prstGeom>
          <a:ln w="12700">
            <a:miter lim="400000"/>
          </a:ln>
        </p:spPr>
        <p:txBody>
          <a:bodyPr lIns="60955" tIns="60956" rIns="60955" bIns="60956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/>
                </a:solidFill>
              </a:defRPr>
            </a:pPr>
            <a:r>
              <a:rPr kumimoji="0" sz="93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中文字体：</a:t>
            </a:r>
            <a:endParaRPr kumimoji="0" sz="935" b="0" i="0" u="none" strike="noStrike" kern="1200" cap="none" spc="0" normalizeH="0" baseline="0" noProof="0">
              <a:ln>
                <a:noFill/>
              </a:ln>
              <a:solidFill>
                <a:srgbClr val="1EA19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>
                <a:solidFill>
                  <a:srgbClr val="FFFFFF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rPr kumimoji="0" sz="18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Heiti SC Medium"/>
                <a:sym typeface="Heiti SC Medium"/>
              </a:rPr>
              <a:t>黑体</a:t>
            </a:r>
          </a:p>
        </p:txBody>
      </p:sp>
      <p:grpSp>
        <p:nvGrpSpPr>
          <p:cNvPr id="544" name="Group 59"/>
          <p:cNvGrpSpPr/>
          <p:nvPr userDrawn="1"/>
        </p:nvGrpSpPr>
        <p:grpSpPr>
          <a:xfrm>
            <a:off x="-1441784" y="3728705"/>
            <a:ext cx="861723" cy="861721"/>
            <a:chOff x="-1" y="-1"/>
            <a:chExt cx="646290" cy="646290"/>
          </a:xfrm>
        </p:grpSpPr>
        <p:sp>
          <p:nvSpPr>
            <p:cNvPr id="542" name="Rectangle 60"/>
            <p:cNvSpPr/>
            <p:nvPr/>
          </p:nvSpPr>
          <p:spPr>
            <a:xfrm>
              <a:off x="-1" y="-1"/>
              <a:ext cx="646290" cy="646290"/>
            </a:xfrm>
            <a:prstGeom prst="rect">
              <a:avLst/>
            </a:prstGeom>
            <a:solidFill>
              <a:srgbClr val="9F55FB"/>
            </a:solidFill>
            <a:ln w="12700" cap="flat">
              <a:noFill/>
              <a:miter lim="400000"/>
            </a:ln>
            <a:effectLst/>
          </p:spPr>
          <p:txBody>
            <a:bodyPr wrap="square" lIns="60958" tIns="60958" rIns="60958" bIns="60958" numCol="1" anchor="ctr">
              <a:no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endParaRPr kumimoji="0" sz="106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3" name="TextBox 61"/>
            <p:cNvSpPr txBox="1"/>
            <p:nvPr/>
          </p:nvSpPr>
          <p:spPr>
            <a:xfrm>
              <a:off x="0" y="0"/>
              <a:ext cx="339993" cy="4610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60958" tIns="60958" rIns="60958" bIns="60958" numCol="1" anchor="t">
              <a:sp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R:176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G:115</a:t>
              </a:r>
            </a:p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800">
                  <a:solidFill>
                    <a:srgbClr val="FFFFFF"/>
                  </a:solidFill>
                </a:defRPr>
              </a:pPr>
              <a:r>
                <a:rPr kumimoji="0" sz="1065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B:252</a:t>
              </a:r>
            </a:p>
          </p:txBody>
        </p:sp>
      </p:grpSp>
      <p:sp>
        <p:nvSpPr>
          <p:cNvPr id="545" name="Rectangle 62"/>
          <p:cNvSpPr txBox="1"/>
          <p:nvPr userDrawn="1"/>
        </p:nvSpPr>
        <p:spPr>
          <a:xfrm>
            <a:off x="-1460596" y="5545253"/>
            <a:ext cx="1027859" cy="595540"/>
          </a:xfrm>
          <a:prstGeom prst="rect">
            <a:avLst/>
          </a:prstGeom>
          <a:ln w="12700">
            <a:miter lim="400000"/>
          </a:ln>
        </p:spPr>
        <p:txBody>
          <a:bodyPr lIns="60955" tIns="60956" rIns="60955" bIns="60956">
            <a:sp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/>
                </a:solidFill>
              </a:defRPr>
            </a:pPr>
            <a:r>
              <a:rPr kumimoji="0" sz="93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英文字体：</a:t>
            </a:r>
            <a:endParaRPr kumimoji="0" sz="935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kumimoji="0" sz="213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cs typeface="Arial" panose="020B0604020202020204"/>
                <a:sym typeface="Arial" panose="020B0604020202020204"/>
              </a:rPr>
              <a:t>Arial</a:t>
            </a:r>
          </a:p>
        </p:txBody>
      </p:sp>
      <p:grpSp>
        <p:nvGrpSpPr>
          <p:cNvPr id="554" name="Group 75"/>
          <p:cNvGrpSpPr/>
          <p:nvPr userDrawn="1"/>
        </p:nvGrpSpPr>
        <p:grpSpPr>
          <a:xfrm>
            <a:off x="-268113" y="278022"/>
            <a:ext cx="182440" cy="5851111"/>
            <a:chOff x="0" y="0"/>
            <a:chExt cx="136829" cy="4388332"/>
          </a:xfrm>
        </p:grpSpPr>
        <p:sp>
          <p:nvSpPr>
            <p:cNvPr id="546" name="Straight Connector 76"/>
            <p:cNvSpPr/>
            <p:nvPr/>
          </p:nvSpPr>
          <p:spPr>
            <a:xfrm flipH="1">
              <a:off x="0" y="1206199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60958" tIns="60958" rIns="60958" bIns="60958" numCol="1" anchor="t">
              <a:no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9" name="Group 77"/>
            <p:cNvGrpSpPr/>
            <p:nvPr/>
          </p:nvGrpSpPr>
          <p:grpSpPr>
            <a:xfrm>
              <a:off x="0" y="4046288"/>
              <a:ext cx="136830" cy="342045"/>
              <a:chOff x="0" y="0"/>
              <a:chExt cx="136829" cy="342044"/>
            </a:xfrm>
          </p:grpSpPr>
          <p:sp>
            <p:nvSpPr>
              <p:cNvPr id="547" name="Straight Connector 81"/>
              <p:cNvSpPr/>
              <p:nvPr/>
            </p:nvSpPr>
            <p:spPr>
              <a:xfrm flipH="1">
                <a:off x="0" y="342043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8" name="Straight Connector 82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52" name="Group 78"/>
            <p:cNvGrpSpPr/>
            <p:nvPr/>
          </p:nvGrpSpPr>
          <p:grpSpPr>
            <a:xfrm>
              <a:off x="0" y="0"/>
              <a:ext cx="136830" cy="864156"/>
              <a:chOff x="0" y="0"/>
              <a:chExt cx="136829" cy="864155"/>
            </a:xfrm>
          </p:grpSpPr>
          <p:sp>
            <p:nvSpPr>
              <p:cNvPr id="550" name="Straight Connector 79"/>
              <p:cNvSpPr/>
              <p:nvPr/>
            </p:nvSpPr>
            <p:spPr>
              <a:xfrm flipH="1">
                <a:off x="0" y="864155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Straight Connector 80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53" name="Straight Connector 93"/>
            <p:cNvSpPr/>
            <p:nvPr/>
          </p:nvSpPr>
          <p:spPr>
            <a:xfrm flipH="1">
              <a:off x="0" y="342044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60958" tIns="60958" rIns="60958" bIns="60958" numCol="1" anchor="t">
              <a:no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63" name="Group 95"/>
          <p:cNvGrpSpPr/>
          <p:nvPr userDrawn="1"/>
        </p:nvGrpSpPr>
        <p:grpSpPr>
          <a:xfrm>
            <a:off x="12262553" y="278022"/>
            <a:ext cx="182440" cy="5851111"/>
            <a:chOff x="0" y="0"/>
            <a:chExt cx="136829" cy="4388332"/>
          </a:xfrm>
        </p:grpSpPr>
        <p:sp>
          <p:nvSpPr>
            <p:cNvPr id="555" name="Straight Connector 96"/>
            <p:cNvSpPr/>
            <p:nvPr/>
          </p:nvSpPr>
          <p:spPr>
            <a:xfrm flipH="1">
              <a:off x="0" y="1206199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60958" tIns="60958" rIns="60958" bIns="60958" numCol="1" anchor="t">
              <a:no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58" name="Group 97"/>
            <p:cNvGrpSpPr/>
            <p:nvPr/>
          </p:nvGrpSpPr>
          <p:grpSpPr>
            <a:xfrm>
              <a:off x="0" y="4046288"/>
              <a:ext cx="136830" cy="342045"/>
              <a:chOff x="0" y="0"/>
              <a:chExt cx="136829" cy="342044"/>
            </a:xfrm>
          </p:grpSpPr>
          <p:sp>
            <p:nvSpPr>
              <p:cNvPr id="556" name="Straight Connector 102"/>
              <p:cNvSpPr/>
              <p:nvPr/>
            </p:nvSpPr>
            <p:spPr>
              <a:xfrm flipH="1">
                <a:off x="0" y="342043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7" name="Straight Connector 103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61" name="Group 98"/>
            <p:cNvGrpSpPr/>
            <p:nvPr/>
          </p:nvGrpSpPr>
          <p:grpSpPr>
            <a:xfrm>
              <a:off x="0" y="0"/>
              <a:ext cx="136830" cy="864156"/>
              <a:chOff x="0" y="0"/>
              <a:chExt cx="136829" cy="864155"/>
            </a:xfrm>
          </p:grpSpPr>
          <p:sp>
            <p:nvSpPr>
              <p:cNvPr id="559" name="Straight Connector 100"/>
              <p:cNvSpPr/>
              <p:nvPr/>
            </p:nvSpPr>
            <p:spPr>
              <a:xfrm flipH="1">
                <a:off x="0" y="864155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Straight Connector 101"/>
              <p:cNvSpPr/>
              <p:nvPr/>
            </p:nvSpPr>
            <p:spPr>
              <a:xfrm flipH="1" flipV="1">
                <a:off x="0" y="-1"/>
                <a:ext cx="136830" cy="1"/>
              </a:xfrm>
              <a:prstGeom prst="line">
                <a:avLst/>
              </a:prstGeom>
              <a:noFill/>
              <a:ln w="6350" cap="flat">
                <a:solidFill>
                  <a:srgbClr val="FFFFFF"/>
                </a:solidFill>
                <a:prstDash val="sysDash"/>
                <a:round/>
              </a:ln>
              <a:effectLst/>
            </p:spPr>
            <p:txBody>
              <a:bodyPr wrap="square" lIns="60958" tIns="60958" rIns="60958" bIns="60958" numCol="1" anchor="t">
                <a:noAutofit/>
              </a:bodyPr>
              <a:lstStyle/>
              <a:p>
                <a:pPr marL="0" marR="0" lvl="0" indent="0" algn="l" defTabSz="6096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535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62" name="Straight Connector 99"/>
            <p:cNvSpPr/>
            <p:nvPr/>
          </p:nvSpPr>
          <p:spPr>
            <a:xfrm flipH="1">
              <a:off x="0" y="342044"/>
              <a:ext cx="136830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ysDash"/>
              <a:round/>
            </a:ln>
            <a:effectLst/>
          </p:spPr>
          <p:txBody>
            <a:bodyPr wrap="square" lIns="60958" tIns="60958" rIns="60958" bIns="60958" numCol="1" anchor="t">
              <a:noAutofit/>
            </a:bodyPr>
            <a:lstStyle/>
            <a:p>
              <a:pPr marL="0" marR="0" lvl="0" indent="0" algn="l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53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65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591824" y="195197"/>
            <a:ext cx="11222917" cy="592203"/>
          </a:xfrm>
          <a:prstGeom prst="rect">
            <a:avLst/>
          </a:prstGeom>
        </p:spPr>
        <p:txBody>
          <a:bodyPr lIns="68576" tIns="34288" rIns="68576" bIns="34288">
            <a:noAutofit/>
          </a:bodyPr>
          <a:lstStyle>
            <a:lvl1pPr>
              <a:defRPr sz="3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t>标题文本</a:t>
            </a:r>
          </a:p>
        </p:txBody>
      </p:sp>
      <p:sp>
        <p:nvSpPr>
          <p:cNvPr id="48" name="Text Box 5"/>
          <p:cNvSpPr txBox="1">
            <a:spLocks noChangeArrowheads="1"/>
          </p:cNvSpPr>
          <p:nvPr userDrawn="1"/>
        </p:nvSpPr>
        <p:spPr bwMode="auto">
          <a:xfrm>
            <a:off x="11576584" y="6561209"/>
            <a:ext cx="615416" cy="1638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algn="l" defTabSz="30861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6AD7C7-DE3F-5E43-A3A8-CA80750AE375}" type="slidenum">
              <a:rPr kumimoji="0" lang="en-US" altLang="zh-CN" sz="1065" b="1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Arial" panose="020B0604020202020204"/>
                <a:sym typeface="Helvetica Neue"/>
              </a:rPr>
              <a:t>‹#›</a:t>
            </a:fld>
            <a:endParaRPr kumimoji="0" lang="en-US" altLang="zh-CN" sz="1065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Arial" panose="020B0604020202020204"/>
              <a:sym typeface="Helvetica Neue"/>
            </a:endParaRPr>
          </a:p>
        </p:txBody>
      </p:sp>
      <p:sp>
        <p:nvSpPr>
          <p:cNvPr id="49" name="Text Box 2"/>
          <p:cNvSpPr txBox="1"/>
          <p:nvPr userDrawn="1"/>
        </p:nvSpPr>
        <p:spPr>
          <a:xfrm>
            <a:off x="9251149" y="6557919"/>
            <a:ext cx="2163235" cy="146196"/>
          </a:xfrm>
          <a:prstGeom prst="rect">
            <a:avLst/>
          </a:prstGeom>
          <a:ln w="12700">
            <a:miter lim="400000"/>
          </a:ln>
        </p:spPr>
        <p:txBody>
          <a:bodyPr lIns="8891" tIns="8891" rIns="8891" bIns="8891" anchor="ctr">
            <a:spAutoFit/>
          </a:bodyPr>
          <a:lstStyle/>
          <a:p>
            <a:pPr marL="0" marR="0" lvl="0" indent="0" algn="r" defTabSz="609600" rtl="0" eaLnBrk="1" fontAlgn="auto" latinLnBrk="0" hangingPunct="1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① </a:t>
            </a:r>
            <a:r>
              <a:rPr kumimoji="0" sz="93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绝密信息</a:t>
            </a:r>
            <a:r>
              <a:rPr kumimoji="0" sz="93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kumimoji="0" sz="935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严禁泄露</a:t>
            </a:r>
            <a:endParaRPr kumimoji="0" sz="9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591826" y="1222816"/>
            <a:ext cx="11206476" cy="4890200"/>
          </a:xfrm>
          <a:prstGeom prst="rect">
            <a:avLst/>
          </a:prstGeom>
        </p:spPr>
        <p:txBody>
          <a:bodyPr lIns="68576" tIns="34288" rIns="68576" bIns="34288">
            <a:normAutofit/>
          </a:bodyPr>
          <a:lstStyle>
            <a:lvl1pPr>
              <a:spcBef>
                <a:spcPct val="267000"/>
              </a:spcBef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indent="71755">
              <a:spcBef>
                <a:spcPct val="267000"/>
              </a:spcBef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2pPr>
            <a:lvl3pPr indent="285115">
              <a:spcBef>
                <a:spcPct val="267000"/>
              </a:spcBef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3pPr>
            <a:lvl4pPr indent="546100">
              <a:spcBef>
                <a:spcPct val="267000"/>
              </a:spcBef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4pPr>
            <a:lvl5pPr indent="759460">
              <a:spcBef>
                <a:spcPct val="267000"/>
              </a:spcBef>
              <a:defRPr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2" name="图片 1" descr="微信图片_20221226114926"/>
          <p:cNvPicPr>
            <a:picLocks noChangeAspect="1"/>
          </p:cNvPicPr>
          <p:nvPr userDrawn="1"/>
        </p:nvPicPr>
        <p:blipFill>
          <a:blip r:embed="rId2"/>
          <a:srcRect r="49878"/>
          <a:stretch>
            <a:fillRect/>
          </a:stretch>
        </p:blipFill>
        <p:spPr>
          <a:xfrm>
            <a:off x="10378440" y="167005"/>
            <a:ext cx="1570355" cy="6115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行业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"/>
          <p:cNvSpPr/>
          <p:nvPr userDrawn="1"/>
        </p:nvSpPr>
        <p:spPr>
          <a:xfrm>
            <a:off x="3" y="0"/>
            <a:ext cx="12193588" cy="6858000"/>
          </a:xfrm>
          <a:prstGeom prst="rect">
            <a:avLst/>
          </a:prstGeom>
          <a:solidFill>
            <a:srgbClr val="2A71EC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3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1500" b="0" i="0" dirty="0">
              <a:latin typeface="微软雅黑" panose="020B0503020204020204" pitchFamily="34" charset="-122"/>
            </a:endParaRPr>
          </a:p>
        </p:txBody>
      </p:sp>
      <p:sp>
        <p:nvSpPr>
          <p:cNvPr id="21" name="Text Box 5"/>
          <p:cNvSpPr txBox="1">
            <a:spLocks noChangeArrowheads="1"/>
          </p:cNvSpPr>
          <p:nvPr userDrawn="1"/>
        </p:nvSpPr>
        <p:spPr bwMode="auto">
          <a:xfrm>
            <a:off x="11585877" y="6434656"/>
            <a:ext cx="20988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7975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100" b="0" i="0" kern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100" b="0" i="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22" name="图片占位符 7"/>
          <p:cNvSpPr>
            <a:spLocks noGrp="1"/>
          </p:cNvSpPr>
          <p:nvPr>
            <p:ph type="pic" sz="quarter" idx="10" hasCustomPrompt="1"/>
          </p:nvPr>
        </p:nvSpPr>
        <p:spPr>
          <a:xfrm>
            <a:off x="4368257" y="0"/>
            <a:ext cx="7817395" cy="6858000"/>
          </a:xfrm>
          <a:prstGeom prst="rect">
            <a:avLst/>
          </a:prstGeom>
        </p:spPr>
        <p:txBody>
          <a:bodyPr lIns="91434" tIns="45718" rIns="91434" bIns="45718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拖拽到此处，插入图片</a:t>
            </a:r>
          </a:p>
        </p:txBody>
      </p:sp>
      <p:sp>
        <p:nvSpPr>
          <p:cNvPr id="23" name="标题 31"/>
          <p:cNvSpPr>
            <a:spLocks noGrp="1"/>
          </p:cNvSpPr>
          <p:nvPr>
            <p:ph type="title" hasCustomPrompt="1"/>
          </p:nvPr>
        </p:nvSpPr>
        <p:spPr>
          <a:xfrm>
            <a:off x="507778" y="419866"/>
            <a:ext cx="2366055" cy="604263"/>
          </a:xfrm>
          <a:prstGeom prst="rect">
            <a:avLst/>
          </a:prstGeom>
        </p:spPr>
        <p:txBody>
          <a:bodyPr lIns="91434" tIns="45718" rIns="91434" bIns="45718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行业标题</a:t>
            </a:r>
          </a:p>
        </p:txBody>
      </p:sp>
      <p:sp>
        <p:nvSpPr>
          <p:cNvPr id="24" name="文本占位符 33"/>
          <p:cNvSpPr>
            <a:spLocks noGrp="1"/>
          </p:cNvSpPr>
          <p:nvPr>
            <p:ph type="body" sz="quarter" idx="14" hasCustomPrompt="1"/>
          </p:nvPr>
        </p:nvSpPr>
        <p:spPr>
          <a:xfrm>
            <a:off x="507778" y="1046205"/>
            <a:ext cx="2366055" cy="285115"/>
          </a:xfrm>
          <a:prstGeom prst="rect">
            <a:avLst/>
          </a:prstGeom>
        </p:spPr>
        <p:txBody>
          <a:bodyPr lIns="91434" tIns="45718" rIns="91434" bIns="45718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zh-CN" altLang="en-US" dirty="0"/>
              <a:t>副标题 </a:t>
            </a:r>
            <a:r>
              <a:rPr kumimoji="1" lang="en-US" altLang="zh-CN" dirty="0"/>
              <a:t>|</a:t>
            </a:r>
            <a:r>
              <a:rPr kumimoji="1" lang="zh-CN" altLang="en-US" dirty="0"/>
              <a:t> 副标题 </a:t>
            </a:r>
            <a:r>
              <a:rPr kumimoji="1" lang="en-US" altLang="zh-CN" dirty="0"/>
              <a:t>|</a:t>
            </a:r>
            <a:r>
              <a:rPr kumimoji="1" lang="zh-CN" altLang="en-US" dirty="0"/>
              <a:t> 副标题 </a:t>
            </a:r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5" hasCustomPrompt="1"/>
          </p:nvPr>
        </p:nvSpPr>
        <p:spPr>
          <a:xfrm>
            <a:off x="507778" y="2055869"/>
            <a:ext cx="2525713" cy="2301587"/>
          </a:xfrm>
          <a:prstGeom prst="rect">
            <a:avLst/>
          </a:prstGeom>
        </p:spPr>
        <p:txBody>
          <a:bodyPr lIns="91434" tIns="45718" rIns="91434" bIns="45718"/>
          <a:lstStyle>
            <a:lvl1pPr marL="228600" marR="0" indent="-228600" algn="l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此段文字旨在显示正确的字号和段落的位置，例文可替换</a:t>
            </a:r>
            <a:endParaRPr kumimoji="1" lang="en-US" altLang="zh-CN" dirty="0"/>
          </a:p>
          <a:p>
            <a:pPr marL="228600" marR="0" lvl="0" indent="-228600" algn="l" defTabSz="913765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dirty="0"/>
              <a:t>此段文字旨在显示正确的字号和段落的位置，例文可替换</a:t>
            </a:r>
          </a:p>
          <a:p>
            <a:pPr lvl="0"/>
            <a:endParaRPr kumimoji="1" lang="zh-CN" altLang="en-US" dirty="0"/>
          </a:p>
        </p:txBody>
      </p:sp>
      <p:pic>
        <p:nvPicPr>
          <p:cNvPr id="3" name="图片 2" descr="微信图片_20221226114926"/>
          <p:cNvPicPr>
            <a:picLocks noChangeAspect="1"/>
          </p:cNvPicPr>
          <p:nvPr userDrawn="1"/>
        </p:nvPicPr>
        <p:blipFill>
          <a:blip r:embed="rId2"/>
          <a:srcRect r="49878"/>
          <a:stretch>
            <a:fillRect/>
          </a:stretch>
        </p:blipFill>
        <p:spPr>
          <a:xfrm>
            <a:off x="10378440" y="167005"/>
            <a:ext cx="1570355" cy="611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367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305" y="85356"/>
            <a:ext cx="2319274" cy="1304422"/>
          </a:xfrm>
          <a:prstGeom prst="rect">
            <a:avLst/>
          </a:prstGeom>
        </p:spPr>
      </p:pic>
      <p:sp>
        <p:nvSpPr>
          <p:cNvPr id="9" name="Rectangle 37"/>
          <p:cNvSpPr/>
          <p:nvPr userDrawn="1"/>
        </p:nvSpPr>
        <p:spPr bwMode="auto">
          <a:xfrm>
            <a:off x="920344" y="6421913"/>
            <a:ext cx="3123019" cy="1519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zh-CN" altLang="en-US" sz="9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lang="en-US" altLang="zh-CN" sz="9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©1993-2022</a:t>
            </a:r>
            <a:r>
              <a:rPr lang="zh-CN" altLang="en-US" sz="9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  </a:t>
            </a:r>
            <a:r>
              <a:rPr lang="zh-CN" altLang="en-US" sz="90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金蝶国际软件集团有限公司</a:t>
            </a:r>
          </a:p>
        </p:txBody>
      </p:sp>
      <p:sp>
        <p:nvSpPr>
          <p:cNvPr id="5" name="标题占位符 1"/>
          <p:cNvSpPr>
            <a:spLocks noGrp="1"/>
          </p:cNvSpPr>
          <p:nvPr>
            <p:ph type="title" hasCustomPrompt="1"/>
          </p:nvPr>
        </p:nvSpPr>
        <p:spPr>
          <a:xfrm>
            <a:off x="838200" y="20543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单击此处编辑标题（</a:t>
            </a:r>
            <a:r>
              <a:rPr kumimoji="1" lang="en-US" altLang="zh-CN" dirty="0"/>
              <a:t>54</a:t>
            </a:r>
            <a:r>
              <a:rPr kumimoji="1" lang="zh-CN" altLang="en-US" dirty="0"/>
              <a:t>磅）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838200" y="4804913"/>
            <a:ext cx="2750820" cy="405442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撰稿人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838200" y="5226226"/>
            <a:ext cx="2745334" cy="432701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撰稿部门</a:t>
            </a: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832714" y="5667554"/>
            <a:ext cx="2750820" cy="301924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2022.01.01</a:t>
            </a:r>
            <a:endParaRPr lang="zh-CN" altLang="en-US" dirty="0"/>
          </a:p>
        </p:txBody>
      </p:sp>
      <p:sp>
        <p:nvSpPr>
          <p:cNvPr id="13" name="Text Box 2"/>
          <p:cNvSpPr txBox="1"/>
          <p:nvPr userDrawn="1"/>
        </p:nvSpPr>
        <p:spPr>
          <a:xfrm>
            <a:off x="3440894" y="6414581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zh-CN" sz="900" b="0" i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lang="zh-CN" altLang="en-US" sz="900" b="0" i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900" b="0" i="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绝密信息 严禁泄露</a:t>
            </a:r>
            <a:endParaRPr sz="900" b="0" i="0" kern="1200" spc="0" baseline="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微信图片_20221226114926"/>
          <p:cNvPicPr>
            <a:picLocks noChangeAspect="1"/>
          </p:cNvPicPr>
          <p:nvPr userDrawn="1"/>
        </p:nvPicPr>
        <p:blipFill>
          <a:blip r:embed="rId4"/>
          <a:srcRect r="49878"/>
          <a:stretch>
            <a:fillRect/>
          </a:stretch>
        </p:blipFill>
        <p:spPr>
          <a:xfrm>
            <a:off x="10378440" y="167005"/>
            <a:ext cx="1570355" cy="611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、提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0" y="0"/>
            <a:ext cx="12186080" cy="6858000"/>
          </a:xfrm>
          <a:prstGeom prst="rect">
            <a:avLst/>
          </a:prstGeom>
        </p:spPr>
      </p:pic>
      <p:sp>
        <p:nvSpPr>
          <p:cNvPr id="11" name="Text Box 5"/>
          <p:cNvSpPr txBox="1">
            <a:spLocks noChangeArrowheads="1"/>
          </p:cNvSpPr>
          <p:nvPr userDrawn="1"/>
        </p:nvSpPr>
        <p:spPr bwMode="auto">
          <a:xfrm>
            <a:off x="11585878" y="6432188"/>
            <a:ext cx="209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i="0" kern="0" smtClean="0">
                <a:solidFill>
                  <a:srgbClr val="2A71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000" b="0" i="0" kern="0" dirty="0">
              <a:solidFill>
                <a:srgbClr val="2A71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3" hasCustomPrompt="1"/>
          </p:nvPr>
        </p:nvSpPr>
        <p:spPr>
          <a:xfrm>
            <a:off x="408475" y="2809762"/>
            <a:ext cx="1052336" cy="7514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02</a:t>
            </a:r>
            <a:endParaRPr kumimoji="1" lang="zh-CN" altLang="en-US" dirty="0"/>
          </a:p>
        </p:txBody>
      </p:sp>
      <p:sp>
        <p:nvSpPr>
          <p:cNvPr id="20" name="文本占位符 18"/>
          <p:cNvSpPr>
            <a:spLocks noGrp="1"/>
          </p:cNvSpPr>
          <p:nvPr>
            <p:ph type="body" sz="quarter" idx="14" hasCustomPrompt="1"/>
          </p:nvPr>
        </p:nvSpPr>
        <p:spPr>
          <a:xfrm>
            <a:off x="408475" y="3889909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03</a:t>
            </a:r>
            <a:endParaRPr kumimoji="1"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5" hasCustomPrompt="1"/>
          </p:nvPr>
        </p:nvSpPr>
        <p:spPr>
          <a:xfrm>
            <a:off x="1637847" y="1688799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16" hasCustomPrompt="1"/>
          </p:nvPr>
        </p:nvSpPr>
        <p:spPr>
          <a:xfrm>
            <a:off x="1637847" y="2142501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1-1.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1-3.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18" hasCustomPrompt="1"/>
          </p:nvPr>
        </p:nvSpPr>
        <p:spPr>
          <a:xfrm>
            <a:off x="1637847" y="3209303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2-1.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2-3.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7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1637847" y="4278565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3-1.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3-3.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28" name="文本占位符 18"/>
          <p:cNvSpPr>
            <a:spLocks noGrp="1"/>
          </p:cNvSpPr>
          <p:nvPr>
            <p:ph type="body" sz="quarter" idx="21" hasCustomPrompt="1"/>
          </p:nvPr>
        </p:nvSpPr>
        <p:spPr>
          <a:xfrm>
            <a:off x="408475" y="4957146"/>
            <a:ext cx="1052336" cy="67377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04</a:t>
            </a:r>
            <a:endParaRPr kumimoji="1"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637847" y="5345802"/>
            <a:ext cx="6602906" cy="2851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r>
              <a:rPr lang="en-US" altLang="zh-CN" dirty="0"/>
              <a:t>4-1. 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4-2.</a:t>
            </a:r>
            <a:r>
              <a:rPr kumimoji="1" lang="zh-CN" altLang="en-US" dirty="0"/>
              <a:t>此段标题可替换</a:t>
            </a:r>
            <a:r>
              <a:rPr lang="zh-CN" altLang="en-US" dirty="0"/>
              <a:t>｜ </a:t>
            </a:r>
            <a:r>
              <a:rPr lang="en-US" altLang="zh-CN" dirty="0"/>
              <a:t>4-3.</a:t>
            </a:r>
            <a:r>
              <a:rPr lang="zh-CN" altLang="en-US" dirty="0"/>
              <a:t> </a:t>
            </a:r>
            <a:r>
              <a:rPr kumimoji="1" lang="zh-CN" altLang="en-US" dirty="0"/>
              <a:t>此段标题可替换</a:t>
            </a:r>
            <a:endParaRPr lang="en-US" dirty="0"/>
          </a:p>
        </p:txBody>
      </p:sp>
      <p:sp>
        <p:nvSpPr>
          <p:cNvPr id="35" name="Text Box 2"/>
          <p:cNvSpPr txBox="1"/>
          <p:nvPr userDrawn="1"/>
        </p:nvSpPr>
        <p:spPr>
          <a:xfrm>
            <a:off x="10174753" y="6416764"/>
            <a:ext cx="1213281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no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dirty="0"/>
              <a:t> </a:t>
            </a:r>
            <a:r>
              <a:rPr lang="zh-CN" altLang="en-US" sz="935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绝密信息 严禁泄露</a:t>
            </a:r>
          </a:p>
        </p:txBody>
      </p:sp>
      <p:sp>
        <p:nvSpPr>
          <p:cNvPr id="37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1637847" y="2799142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0" hasCustomPrompt="1"/>
          </p:nvPr>
        </p:nvSpPr>
        <p:spPr>
          <a:xfrm>
            <a:off x="1637847" y="3876827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9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1637847" y="4938184"/>
            <a:ext cx="6602906" cy="4108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单击此处编辑标题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42" name="文本占位符 18"/>
          <p:cNvSpPr>
            <a:spLocks noGrp="1"/>
          </p:cNvSpPr>
          <p:nvPr>
            <p:ph type="body" sz="quarter" idx="32" hasCustomPrompt="1"/>
          </p:nvPr>
        </p:nvSpPr>
        <p:spPr>
          <a:xfrm>
            <a:off x="392146" y="1650434"/>
            <a:ext cx="1052336" cy="8306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1">
                <a:solidFill>
                  <a:srgbClr val="2A71EC"/>
                </a:solidFill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pic>
        <p:nvPicPr>
          <p:cNvPr id="2" name="图片 1" descr="图标1"/>
          <p:cNvPicPr>
            <a:picLocks noChangeAspect="1"/>
          </p:cNvPicPr>
          <p:nvPr userDrawn="1"/>
        </p:nvPicPr>
        <p:blipFill>
          <a:blip r:embed="rId3"/>
          <a:srcRect r="48714" b="15057"/>
          <a:stretch>
            <a:fillRect/>
          </a:stretch>
        </p:blipFill>
        <p:spPr>
          <a:xfrm>
            <a:off x="10378440" y="163195"/>
            <a:ext cx="1607820" cy="5194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585878" y="6442348"/>
            <a:ext cx="209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rgbClr val="2A71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000" b="0" kern="0" dirty="0">
              <a:solidFill>
                <a:srgbClr val="2A71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0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  <a:p>
            <a:pPr lvl="0"/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8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副标题，微软雅黑常规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1" name="Text Box 2"/>
          <p:cNvSpPr txBox="1"/>
          <p:nvPr userDrawn="1"/>
        </p:nvSpPr>
        <p:spPr>
          <a:xfrm>
            <a:off x="10174753" y="6416764"/>
            <a:ext cx="1213281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no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dirty="0"/>
              <a:t> </a:t>
            </a:r>
            <a:r>
              <a:rPr lang="zh-CN" altLang="en-US" sz="935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绝密信息 严禁泄露</a:t>
            </a:r>
          </a:p>
        </p:txBody>
      </p:sp>
      <p:pic>
        <p:nvPicPr>
          <p:cNvPr id="2" name="图片 1" descr="图标1"/>
          <p:cNvPicPr>
            <a:picLocks noChangeAspect="1"/>
          </p:cNvPicPr>
          <p:nvPr userDrawn="1"/>
        </p:nvPicPr>
        <p:blipFill>
          <a:blip r:embed="rId2"/>
          <a:srcRect r="48714" b="15057"/>
          <a:stretch>
            <a:fillRect/>
          </a:stretch>
        </p:blipFill>
        <p:spPr>
          <a:xfrm>
            <a:off x="10378440" y="163195"/>
            <a:ext cx="1607820" cy="5194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-8055"/>
            <a:ext cx="12202160" cy="68660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46" y="2021376"/>
            <a:ext cx="6012403" cy="3202537"/>
          </a:xfrm>
          <a:prstGeom prst="rect">
            <a:avLst/>
          </a:prstGeom>
        </p:spPr>
      </p:pic>
      <p:sp>
        <p:nvSpPr>
          <p:cNvPr id="4" name="Rectangle 37"/>
          <p:cNvSpPr/>
          <p:nvPr userDrawn="1"/>
        </p:nvSpPr>
        <p:spPr bwMode="auto">
          <a:xfrm>
            <a:off x="1001663" y="6364968"/>
            <a:ext cx="2711022" cy="1714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b="0" i="0" spc="0" baseline="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版权所有</a:t>
            </a:r>
            <a:r>
              <a:rPr lang="en-US" altLang="zh-CN" sz="900" b="0" i="0" spc="0" baseline="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©1993-2022</a:t>
            </a:r>
            <a:r>
              <a:rPr lang="zh-CN" altLang="en-US" sz="900" b="0" i="0" spc="0" baseline="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 charset="0"/>
              </a:rPr>
              <a:t> </a:t>
            </a:r>
            <a:r>
              <a:rPr lang="zh-CN" altLang="en-US" sz="900" b="0" i="0" spc="0" baseline="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 YaHei Bold" charset="0"/>
              </a:rPr>
              <a:t>金蝶国际软件集团有限公司</a:t>
            </a:r>
            <a:endParaRPr lang="zh-CN" altLang="en-US" sz="900" b="0" i="0" kern="1200" spc="0" baseline="0" dirty="0">
              <a:solidFill>
                <a:schemeClr val="bg1"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endParaRPr lang="zh-CN" altLang="en-US" sz="900" b="0" i="0" spc="0" baseline="0" dirty="0">
              <a:solidFill>
                <a:schemeClr val="bg1"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 YaHei Bold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9305" y="85356"/>
            <a:ext cx="2319274" cy="1304422"/>
          </a:xfrm>
          <a:prstGeom prst="rect">
            <a:avLst/>
          </a:prstGeom>
        </p:spPr>
      </p:pic>
      <p:sp>
        <p:nvSpPr>
          <p:cNvPr id="6" name="Text Box 2"/>
          <p:cNvSpPr txBox="1"/>
          <p:nvPr userDrawn="1"/>
        </p:nvSpPr>
        <p:spPr>
          <a:xfrm>
            <a:off x="4786041" y="6290346"/>
            <a:ext cx="1252234" cy="171459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/>
          <a:p>
            <a:pPr algn="r">
              <a:lnSpc>
                <a:spcPts val="1335"/>
              </a:lnSpc>
              <a:defRPr sz="700">
                <a:solidFill>
                  <a:srgbClr val="FFFFFF">
                    <a:alpha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sz="935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Box 2"/>
          <p:cNvSpPr txBox="1"/>
          <p:nvPr userDrawn="1"/>
        </p:nvSpPr>
        <p:spPr>
          <a:xfrm>
            <a:off x="3323925" y="6290346"/>
            <a:ext cx="1462116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sp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 dirty="0"/>
              <a:t> </a:t>
            </a:r>
            <a:r>
              <a:rPr lang="zh-CN" altLang="en-US" sz="900" b="0" i="0" kern="1200" spc="0" baseline="0" dirty="0">
                <a:solidFill>
                  <a:schemeClr val="bg1">
                    <a:alpha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内部公开 请勿外传</a:t>
            </a:r>
            <a:endParaRPr sz="900" b="0" i="0" kern="1200" spc="0" baseline="0" dirty="0">
              <a:solidFill>
                <a:schemeClr val="bg1">
                  <a:alpha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蓝色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"/>
          <p:cNvSpPr/>
          <p:nvPr userDrawn="1"/>
        </p:nvSpPr>
        <p:spPr>
          <a:xfrm>
            <a:off x="0" y="0"/>
            <a:ext cx="12193588" cy="6858000"/>
          </a:xfrm>
          <a:prstGeom prst="rect">
            <a:avLst/>
          </a:prstGeom>
          <a:solidFill>
            <a:srgbClr val="2A71EC"/>
          </a:solidFill>
          <a:ln w="3175">
            <a:miter lim="400000"/>
          </a:ln>
        </p:spPr>
        <p:txBody>
          <a:bodyPr lIns="0" tIns="0" rIns="0" bIns="0" anchor="ctr"/>
          <a:lstStyle/>
          <a:p>
            <a:pPr>
              <a:defRPr sz="3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pPr>
            <a:endParaRPr sz="1520" b="0" i="0" dirty="0">
              <a:solidFill>
                <a:srgbClr val="FFC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11585878" y="6442348"/>
            <a:ext cx="209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defTabSz="308610" fontAlgn="base">
              <a:spcBef>
                <a:spcPct val="50000"/>
              </a:spcBef>
              <a:spcAft>
                <a:spcPct val="0"/>
              </a:spcAft>
              <a:defRPr/>
            </a:pPr>
            <a:fld id="{046AD7C7-DE3F-5E43-A3A8-CA80750AE375}" type="slidenum">
              <a:rPr kumimoji="0" lang="en-US" altLang="zh-CN" sz="1000" b="0" kern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rPr>
              <a:t>‹#›</a:t>
            </a:fld>
            <a:endParaRPr kumimoji="0" lang="en-US" altLang="zh-CN" sz="1000" b="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Neue"/>
            </a:endParaRPr>
          </a:p>
        </p:txBody>
      </p:sp>
      <p:sp>
        <p:nvSpPr>
          <p:cNvPr id="11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397213" y="1374180"/>
            <a:ext cx="11206475" cy="4890199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31140" indent="-15938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490855" indent="-20574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711200" indent="-165100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973455" indent="-213995">
              <a:lnSpc>
                <a:spcPct val="150000"/>
              </a:lnSpc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单击此处编辑文本样式，内文行距</a:t>
            </a:r>
            <a:r>
              <a:rPr lang="en-US" altLang="zh-CN" dirty="0"/>
              <a:t>1.3</a:t>
            </a:r>
          </a:p>
        </p:txBody>
      </p:sp>
      <p:sp>
        <p:nvSpPr>
          <p:cNvPr id="10" name="文本占位符 5"/>
          <p:cNvSpPr>
            <a:spLocks noGrp="1"/>
          </p:cNvSpPr>
          <p:nvPr>
            <p:ph type="body" sz="quarter" idx="28" hasCustomPrompt="1"/>
          </p:nvPr>
        </p:nvSpPr>
        <p:spPr>
          <a:xfrm>
            <a:off x="398094" y="682625"/>
            <a:ext cx="7793672" cy="2850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副标题，微软雅黑粗体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磅，标题无须标点符号结尾（可删除）</a:t>
            </a:r>
            <a:endParaRPr kumimoji="1" lang="zh-CN" altLang="en-US" dirty="0"/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>
          <a:xfrm>
            <a:off x="398094" y="210672"/>
            <a:ext cx="9693760" cy="469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单击此处编辑标题样式，标题</a:t>
            </a:r>
            <a:r>
              <a:rPr kumimoji="1" lang="en-US" altLang="zh-CN" dirty="0"/>
              <a:t>24</a:t>
            </a:r>
            <a:r>
              <a:rPr kumimoji="1" lang="zh-CN" altLang="en-US" dirty="0"/>
              <a:t>磅，行距</a:t>
            </a:r>
            <a:r>
              <a:rPr kumimoji="1" lang="en-US" altLang="zh-CN" dirty="0"/>
              <a:t>1.0</a:t>
            </a:r>
            <a:endParaRPr kumimoji="1" lang="zh-CN" altLang="en-US" dirty="0"/>
          </a:p>
        </p:txBody>
      </p:sp>
      <p:sp>
        <p:nvSpPr>
          <p:cNvPr id="13" name="Text Box 2"/>
          <p:cNvSpPr txBox="1"/>
          <p:nvPr userDrawn="1"/>
        </p:nvSpPr>
        <p:spPr>
          <a:xfrm>
            <a:off x="10174753" y="6416764"/>
            <a:ext cx="1213281" cy="173511"/>
          </a:xfrm>
          <a:prstGeom prst="rect">
            <a:avLst/>
          </a:prstGeom>
          <a:ln w="12700">
            <a:miter lim="400000"/>
          </a:ln>
        </p:spPr>
        <p:txBody>
          <a:bodyPr wrap="square" lIns="8891" tIns="8891" rIns="8891" bIns="8891" anchor="ctr">
            <a:noAutofit/>
          </a:bodyPr>
          <a:lstStyle>
            <a:defPPr>
              <a:defRPr lang="zh-CN"/>
            </a:defPPr>
            <a:lvl1pPr algn="r">
              <a:lnSpc>
                <a:spcPts val="1335"/>
              </a:lnSpc>
              <a:defRPr sz="935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dirty="0">
                <a:solidFill>
                  <a:schemeClr val="bg1"/>
                </a:solidFill>
              </a:rPr>
              <a:t> </a:t>
            </a:r>
            <a:r>
              <a:rPr lang="zh-CN" altLang="en-US" sz="935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绝密信息 严禁泄露</a:t>
            </a:r>
          </a:p>
        </p:txBody>
      </p:sp>
      <p:pic>
        <p:nvPicPr>
          <p:cNvPr id="3" name="图片 2" descr="微信图片_20221226114926"/>
          <p:cNvPicPr>
            <a:picLocks noChangeAspect="1"/>
          </p:cNvPicPr>
          <p:nvPr userDrawn="1"/>
        </p:nvPicPr>
        <p:blipFill>
          <a:blip r:embed="rId2"/>
          <a:srcRect r="49878"/>
          <a:stretch>
            <a:fillRect/>
          </a:stretch>
        </p:blipFill>
        <p:spPr>
          <a:xfrm>
            <a:off x="10378440" y="167005"/>
            <a:ext cx="1570355" cy="6115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 userDrawn="1"/>
        </p:nvGrpSpPr>
        <p:grpSpPr>
          <a:xfrm>
            <a:off x="-1441783" y="-70959"/>
            <a:ext cx="861717" cy="861717"/>
            <a:chOff x="-1138755" y="0"/>
            <a:chExt cx="646288" cy="646288"/>
          </a:xfrm>
          <a:solidFill>
            <a:srgbClr val="24215F"/>
          </a:solidFill>
        </p:grpSpPr>
        <p:sp>
          <p:nvSpPr>
            <p:cNvPr id="43" name="Rectangle 42"/>
            <p:cNvSpPr/>
            <p:nvPr userDrawn="1"/>
          </p:nvSpPr>
          <p:spPr>
            <a:xfrm>
              <a:off x="-1138755" y="0"/>
              <a:ext cx="646288" cy="646288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00"/>
              <a:endParaRPr lang="en-US" sz="1065">
                <a:solidFill>
                  <a:prstClr val="white"/>
                </a:solidFill>
              </a:endParaRPr>
            </a:p>
          </p:txBody>
        </p:sp>
        <p:sp>
          <p:nvSpPr>
            <p:cNvPr id="44" name="TextBox 43"/>
            <p:cNvSpPr txBox="1"/>
            <p:nvPr userDrawn="1"/>
          </p:nvSpPr>
          <p:spPr>
            <a:xfrm>
              <a:off x="-1138755" y="0"/>
              <a:ext cx="334467" cy="43872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R:</a:t>
              </a:r>
              <a:r>
                <a:rPr lang="en-US" altLang="zh-CN" sz="1065" dirty="0">
                  <a:solidFill>
                    <a:prstClr val="white"/>
                  </a:solidFill>
                </a:rPr>
                <a:t>36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G:</a:t>
              </a:r>
              <a:r>
                <a:rPr lang="en-US" altLang="zh-CN" sz="1065" dirty="0">
                  <a:solidFill>
                    <a:prstClr val="white"/>
                  </a:solidFill>
                </a:rPr>
                <a:t>33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B:</a:t>
              </a:r>
              <a:r>
                <a:rPr lang="en-US" altLang="zh-CN" sz="1065" dirty="0">
                  <a:solidFill>
                    <a:prstClr val="white"/>
                  </a:solidFill>
                </a:rPr>
                <a:t>9</a:t>
              </a:r>
              <a:r>
                <a:rPr lang="en-US" sz="1065" dirty="0">
                  <a:solidFill>
                    <a:prstClr val="white"/>
                  </a:solidFill>
                </a:rPr>
                <a:t>5</a:t>
              </a:r>
            </a:p>
          </p:txBody>
        </p:sp>
      </p:grpSp>
      <p:grpSp>
        <p:nvGrpSpPr>
          <p:cNvPr id="45" name="Group 44"/>
          <p:cNvGrpSpPr/>
          <p:nvPr userDrawn="1"/>
        </p:nvGrpSpPr>
        <p:grpSpPr>
          <a:xfrm>
            <a:off x="-1441783" y="878958"/>
            <a:ext cx="861717" cy="861717"/>
            <a:chOff x="-1138755" y="0"/>
            <a:chExt cx="646288" cy="646288"/>
          </a:xfrm>
        </p:grpSpPr>
        <p:sp>
          <p:nvSpPr>
            <p:cNvPr id="46" name="Rectangle 45"/>
            <p:cNvSpPr/>
            <p:nvPr userDrawn="1"/>
          </p:nvSpPr>
          <p:spPr>
            <a:xfrm>
              <a:off x="-1138755" y="0"/>
              <a:ext cx="646288" cy="646288"/>
            </a:xfrm>
            <a:prstGeom prst="rect">
              <a:avLst/>
            </a:prstGeom>
            <a:solidFill>
              <a:srgbClr val="1771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00"/>
              <a:endParaRPr lang="en-US" sz="1065">
                <a:solidFill>
                  <a:prstClr val="white"/>
                </a:solidFill>
              </a:endParaRPr>
            </a:p>
          </p:txBody>
        </p:sp>
        <p:sp>
          <p:nvSpPr>
            <p:cNvPr id="47" name="TextBox 46"/>
            <p:cNvSpPr txBox="1"/>
            <p:nvPr userDrawn="1"/>
          </p:nvSpPr>
          <p:spPr>
            <a:xfrm>
              <a:off x="-1138755" y="0"/>
              <a:ext cx="386164" cy="4387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R:</a:t>
              </a:r>
              <a:r>
                <a:rPr lang="en-US" altLang="zh-CN" sz="1065" dirty="0">
                  <a:solidFill>
                    <a:prstClr val="white"/>
                  </a:solidFill>
                </a:rPr>
                <a:t>23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G:1</a:t>
              </a:r>
              <a:r>
                <a:rPr lang="en-US" altLang="zh-CN" sz="1065" dirty="0">
                  <a:solidFill>
                    <a:prstClr val="white"/>
                  </a:solidFill>
                </a:rPr>
                <a:t>36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B:</a:t>
              </a:r>
              <a:r>
                <a:rPr lang="en-US" altLang="zh-CN" sz="1065" dirty="0">
                  <a:solidFill>
                    <a:prstClr val="white"/>
                  </a:solidFill>
                </a:rPr>
                <a:t>238</a:t>
              </a:r>
              <a:endParaRPr lang="en-US" sz="1065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Group 47"/>
          <p:cNvGrpSpPr/>
          <p:nvPr userDrawn="1"/>
        </p:nvGrpSpPr>
        <p:grpSpPr>
          <a:xfrm>
            <a:off x="-1441783" y="1828874"/>
            <a:ext cx="861717" cy="861717"/>
            <a:chOff x="-1138755" y="0"/>
            <a:chExt cx="646288" cy="646288"/>
          </a:xfrm>
        </p:grpSpPr>
        <p:sp>
          <p:nvSpPr>
            <p:cNvPr id="49" name="Rectangle 48"/>
            <p:cNvSpPr/>
            <p:nvPr userDrawn="1"/>
          </p:nvSpPr>
          <p:spPr>
            <a:xfrm>
              <a:off x="-1138755" y="0"/>
              <a:ext cx="646288" cy="646288"/>
            </a:xfrm>
            <a:prstGeom prst="rect">
              <a:avLst/>
            </a:prstGeom>
            <a:solidFill>
              <a:srgbClr val="25C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00"/>
              <a:endParaRPr lang="en-US" sz="1065">
                <a:solidFill>
                  <a:prstClr val="white"/>
                </a:solidFill>
              </a:endParaRPr>
            </a:p>
          </p:txBody>
        </p:sp>
        <p:sp>
          <p:nvSpPr>
            <p:cNvPr id="50" name="TextBox 49"/>
            <p:cNvSpPr txBox="1"/>
            <p:nvPr userDrawn="1"/>
          </p:nvSpPr>
          <p:spPr>
            <a:xfrm>
              <a:off x="-1138755" y="0"/>
              <a:ext cx="386164" cy="4387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00"/>
              <a:r>
                <a:rPr lang="en-US" sz="1065" dirty="0">
                  <a:solidFill>
                    <a:prstClr val="black"/>
                  </a:solidFill>
                </a:rPr>
                <a:t>R:</a:t>
              </a:r>
              <a:r>
                <a:rPr lang="en-US" altLang="zh-CN" sz="1065" dirty="0">
                  <a:solidFill>
                    <a:prstClr val="black"/>
                  </a:solidFill>
                </a:rPr>
                <a:t>35</a:t>
              </a:r>
              <a:endParaRPr lang="en-US" sz="1065" dirty="0">
                <a:solidFill>
                  <a:prstClr val="black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black"/>
                  </a:solidFill>
                </a:rPr>
                <a:t>G:2</a:t>
              </a:r>
              <a:r>
                <a:rPr lang="en-US" altLang="zh-CN" sz="1065" dirty="0">
                  <a:solidFill>
                    <a:prstClr val="black"/>
                  </a:solidFill>
                </a:rPr>
                <a:t>04</a:t>
              </a:r>
              <a:endParaRPr lang="en-US" sz="1065" dirty="0">
                <a:solidFill>
                  <a:prstClr val="black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black"/>
                  </a:solidFill>
                </a:rPr>
                <a:t>B:2</a:t>
              </a:r>
              <a:r>
                <a:rPr lang="en-US" altLang="zh-CN" sz="1065" dirty="0">
                  <a:solidFill>
                    <a:prstClr val="black"/>
                  </a:solidFill>
                </a:rPr>
                <a:t>52</a:t>
              </a:r>
              <a:endParaRPr lang="en-US" sz="1065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1" name="Group 50"/>
          <p:cNvGrpSpPr/>
          <p:nvPr userDrawn="1"/>
        </p:nvGrpSpPr>
        <p:grpSpPr>
          <a:xfrm>
            <a:off x="-1441783" y="2778790"/>
            <a:ext cx="861717" cy="861717"/>
            <a:chOff x="-1138755" y="0"/>
            <a:chExt cx="646288" cy="646288"/>
          </a:xfrm>
        </p:grpSpPr>
        <p:sp>
          <p:nvSpPr>
            <p:cNvPr id="52" name="Rectangle 51"/>
            <p:cNvSpPr/>
            <p:nvPr userDrawn="1"/>
          </p:nvSpPr>
          <p:spPr>
            <a:xfrm>
              <a:off x="-1138755" y="0"/>
              <a:ext cx="646288" cy="646288"/>
            </a:xfrm>
            <a:prstGeom prst="rect">
              <a:avLst/>
            </a:prstGeom>
            <a:solidFill>
              <a:srgbClr val="24BE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00"/>
              <a:endParaRPr lang="en-US" sz="1065">
                <a:solidFill>
                  <a:prstClr val="white"/>
                </a:solidFill>
              </a:endParaRPr>
            </a:p>
          </p:txBody>
        </p:sp>
        <p:sp>
          <p:nvSpPr>
            <p:cNvPr id="53" name="TextBox 52"/>
            <p:cNvSpPr txBox="1"/>
            <p:nvPr userDrawn="1"/>
          </p:nvSpPr>
          <p:spPr>
            <a:xfrm>
              <a:off x="-1138755" y="0"/>
              <a:ext cx="386164" cy="4387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R:</a:t>
              </a:r>
              <a:r>
                <a:rPr lang="en-US" altLang="zh-CN" sz="1065" dirty="0">
                  <a:solidFill>
                    <a:prstClr val="white"/>
                  </a:solidFill>
                </a:rPr>
                <a:t>33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G:</a:t>
              </a:r>
              <a:r>
                <a:rPr lang="en-US" altLang="zh-CN" sz="1065" dirty="0">
                  <a:solidFill>
                    <a:prstClr val="white"/>
                  </a:solidFill>
                </a:rPr>
                <a:t>200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B:</a:t>
              </a:r>
              <a:r>
                <a:rPr lang="en-US" altLang="zh-CN" sz="1065" dirty="0">
                  <a:solidFill>
                    <a:prstClr val="white"/>
                  </a:solidFill>
                </a:rPr>
                <a:t>200</a:t>
              </a:r>
              <a:endParaRPr lang="en-US" sz="1065" dirty="0">
                <a:solidFill>
                  <a:prstClr val="white"/>
                </a:solidFill>
              </a:endParaRPr>
            </a:p>
          </p:txBody>
        </p:sp>
      </p:grpSp>
      <p:sp>
        <p:nvSpPr>
          <p:cNvPr id="59" name="TextBox 58"/>
          <p:cNvSpPr txBox="1"/>
          <p:nvPr userDrawn="1"/>
        </p:nvSpPr>
        <p:spPr>
          <a:xfrm>
            <a:off x="-1460597" y="4946798"/>
            <a:ext cx="8617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09600"/>
            <a:r>
              <a:rPr lang="zh-CN" altLang="en-US" sz="935" dirty="0">
                <a:solidFill>
                  <a:prstClr val="white"/>
                </a:solidFill>
              </a:rPr>
              <a:t>中文字体：</a:t>
            </a:r>
            <a:endParaRPr lang="en-US" altLang="zh-CN" sz="935" dirty="0">
              <a:solidFill>
                <a:srgbClr val="1EA19F"/>
              </a:solidFill>
            </a:endParaRPr>
          </a:p>
          <a:p>
            <a:pPr defTabSz="609600">
              <a:defRPr/>
            </a:pPr>
            <a:r>
              <a:rPr lang="zh-CN" altLang="en-US" sz="1865" dirty="0">
                <a:solidFill>
                  <a:srgbClr val="FFFFFF"/>
                </a:solidFill>
                <a:latin typeface="Heiti SC Medium"/>
                <a:ea typeface="Heiti SC Medium"/>
                <a:cs typeface="Heiti SC Medium"/>
              </a:rPr>
              <a:t>黑体</a:t>
            </a:r>
            <a:endParaRPr lang="en-US" altLang="zh-CN" sz="1865" dirty="0">
              <a:solidFill>
                <a:srgbClr val="FFFFFF"/>
              </a:solidFill>
              <a:latin typeface="Heiti SC Medium"/>
              <a:ea typeface="Heiti SC Medium"/>
              <a:cs typeface="Heiti SC Medium"/>
            </a:endParaRPr>
          </a:p>
        </p:txBody>
      </p:sp>
      <p:grpSp>
        <p:nvGrpSpPr>
          <p:cNvPr id="60" name="Group 59"/>
          <p:cNvGrpSpPr/>
          <p:nvPr userDrawn="1"/>
        </p:nvGrpSpPr>
        <p:grpSpPr>
          <a:xfrm>
            <a:off x="-1441783" y="3728703"/>
            <a:ext cx="861717" cy="861717"/>
            <a:chOff x="-1138755" y="0"/>
            <a:chExt cx="646288" cy="646288"/>
          </a:xfrm>
        </p:grpSpPr>
        <p:sp>
          <p:nvSpPr>
            <p:cNvPr id="61" name="Rectangle 60"/>
            <p:cNvSpPr/>
            <p:nvPr userDrawn="1"/>
          </p:nvSpPr>
          <p:spPr>
            <a:xfrm>
              <a:off x="-1138755" y="0"/>
              <a:ext cx="646288" cy="646288"/>
            </a:xfrm>
            <a:prstGeom prst="rect">
              <a:avLst/>
            </a:prstGeom>
            <a:solidFill>
              <a:srgbClr val="9F55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600"/>
              <a:endParaRPr lang="en-US" sz="1065">
                <a:solidFill>
                  <a:prstClr val="white"/>
                </a:solidFill>
              </a:endParaRPr>
            </a:p>
          </p:txBody>
        </p:sp>
        <p:sp>
          <p:nvSpPr>
            <p:cNvPr id="62" name="TextBox 61"/>
            <p:cNvSpPr txBox="1"/>
            <p:nvPr userDrawn="1"/>
          </p:nvSpPr>
          <p:spPr>
            <a:xfrm>
              <a:off x="-1138755" y="0"/>
              <a:ext cx="386164" cy="4387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R:</a:t>
              </a:r>
              <a:r>
                <a:rPr lang="zh-CN" altLang="zh-CN" sz="1065" dirty="0">
                  <a:solidFill>
                    <a:prstClr val="white"/>
                  </a:solidFill>
                </a:rPr>
                <a:t>1</a:t>
              </a:r>
              <a:r>
                <a:rPr lang="en-US" altLang="zh-CN" sz="1065" dirty="0">
                  <a:solidFill>
                    <a:prstClr val="white"/>
                  </a:solidFill>
                </a:rPr>
                <a:t>76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G:</a:t>
              </a:r>
              <a:r>
                <a:rPr lang="zh-CN" altLang="zh-CN" sz="1065" dirty="0">
                  <a:solidFill>
                    <a:prstClr val="white"/>
                  </a:solidFill>
                </a:rPr>
                <a:t>1</a:t>
              </a:r>
              <a:r>
                <a:rPr lang="en-US" altLang="zh-CN" sz="1065" dirty="0">
                  <a:solidFill>
                    <a:prstClr val="white"/>
                  </a:solidFill>
                </a:rPr>
                <a:t>15</a:t>
              </a:r>
              <a:endParaRPr lang="en-US" sz="1065" dirty="0">
                <a:solidFill>
                  <a:prstClr val="white"/>
                </a:solidFill>
              </a:endParaRPr>
            </a:p>
            <a:p>
              <a:pPr defTabSz="609600"/>
              <a:r>
                <a:rPr lang="en-US" sz="1065" dirty="0">
                  <a:solidFill>
                    <a:prstClr val="white"/>
                  </a:solidFill>
                </a:rPr>
                <a:t>B:</a:t>
              </a:r>
              <a:r>
                <a:rPr lang="zh-CN" altLang="zh-CN" sz="1065" dirty="0">
                  <a:solidFill>
                    <a:prstClr val="white"/>
                  </a:solidFill>
                </a:rPr>
                <a:t>2</a:t>
              </a:r>
              <a:r>
                <a:rPr lang="en-US" altLang="zh-CN" sz="1065" dirty="0">
                  <a:solidFill>
                    <a:prstClr val="white"/>
                  </a:solidFill>
                </a:rPr>
                <a:t>52</a:t>
              </a:r>
              <a:endParaRPr lang="en-US" sz="1065" dirty="0">
                <a:solidFill>
                  <a:prstClr val="white"/>
                </a:solidFill>
              </a:endParaRPr>
            </a:p>
          </p:txBody>
        </p:sp>
      </p:grpSp>
      <p:sp>
        <p:nvSpPr>
          <p:cNvPr id="63" name="Rectangle 62"/>
          <p:cNvSpPr/>
          <p:nvPr userDrawn="1"/>
        </p:nvSpPr>
        <p:spPr>
          <a:xfrm>
            <a:off x="-1460597" y="5545254"/>
            <a:ext cx="1027857" cy="56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defRPr/>
            </a:pPr>
            <a:r>
              <a:rPr lang="zh-CN" altLang="en-US" sz="935" dirty="0">
                <a:solidFill>
                  <a:prstClr val="white"/>
                </a:solidFill>
              </a:rPr>
              <a:t>英文字体：</a:t>
            </a:r>
            <a:endParaRPr lang="en-US" altLang="zh-CN" sz="935" b="1" dirty="0">
              <a:solidFill>
                <a:srgbClr val="FFFFFF"/>
              </a:solidFill>
              <a:latin typeface="Arial" panose="020B0604020202020204"/>
              <a:cs typeface="Arial" panose="020B0604020202020204"/>
            </a:endParaRPr>
          </a:p>
          <a:p>
            <a:pPr defTabSz="609600"/>
            <a:r>
              <a:rPr lang="en-US" altLang="zh-CN" sz="2135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Arial</a:t>
            </a:r>
          </a:p>
        </p:txBody>
      </p:sp>
      <p:grpSp>
        <p:nvGrpSpPr>
          <p:cNvPr id="76" name="Group 75"/>
          <p:cNvGrpSpPr/>
          <p:nvPr userDrawn="1"/>
        </p:nvGrpSpPr>
        <p:grpSpPr>
          <a:xfrm>
            <a:off x="-268113" y="278020"/>
            <a:ext cx="182439" cy="5851109"/>
            <a:chOff x="-279703" y="208515"/>
            <a:chExt cx="243417" cy="4388332"/>
          </a:xfrm>
        </p:grpSpPr>
        <p:cxnSp>
          <p:nvCxnSpPr>
            <p:cNvPr id="77" name="Straight Connector 76"/>
            <p:cNvCxnSpPr/>
            <p:nvPr userDrawn="1"/>
          </p:nvCxnSpPr>
          <p:spPr>
            <a:xfrm flipH="1">
              <a:off x="-279703" y="1414714"/>
              <a:ext cx="243417" cy="0"/>
            </a:xfrm>
            <a:prstGeom prst="line">
              <a:avLst/>
            </a:prstGeom>
            <a:ln w="6350" cmpd="sng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Group 77"/>
            <p:cNvGrpSpPr/>
            <p:nvPr userDrawn="1"/>
          </p:nvGrpSpPr>
          <p:grpSpPr>
            <a:xfrm>
              <a:off x="-279703" y="4254803"/>
              <a:ext cx="243417" cy="342044"/>
              <a:chOff x="-243418" y="1063625"/>
              <a:chExt cx="243417" cy="342044"/>
            </a:xfrm>
          </p:grpSpPr>
          <p:cxnSp>
            <p:nvCxnSpPr>
              <p:cNvPr id="82" name="Straight Connector 81"/>
              <p:cNvCxnSpPr/>
              <p:nvPr userDrawn="1"/>
            </p:nvCxnSpPr>
            <p:spPr>
              <a:xfrm flipH="1">
                <a:off x="-243418" y="1405669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 userDrawn="1"/>
            </p:nvCxnSpPr>
            <p:spPr>
              <a:xfrm flipH="1">
                <a:off x="-243418" y="1063625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 userDrawn="1"/>
          </p:nvGrpSpPr>
          <p:grpSpPr>
            <a:xfrm>
              <a:off x="-279703" y="208515"/>
              <a:ext cx="243417" cy="864155"/>
              <a:chOff x="-243418" y="1063625"/>
              <a:chExt cx="243417" cy="864155"/>
            </a:xfrm>
          </p:grpSpPr>
          <p:cxnSp>
            <p:nvCxnSpPr>
              <p:cNvPr id="80" name="Straight Connector 79"/>
              <p:cNvCxnSpPr/>
              <p:nvPr userDrawn="1"/>
            </p:nvCxnSpPr>
            <p:spPr>
              <a:xfrm flipH="1">
                <a:off x="-243418" y="1927780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 userDrawn="1"/>
            </p:nvCxnSpPr>
            <p:spPr>
              <a:xfrm flipH="1">
                <a:off x="-243418" y="1063625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Straight Connector 93"/>
            <p:cNvCxnSpPr/>
            <p:nvPr userDrawn="1"/>
          </p:nvCxnSpPr>
          <p:spPr>
            <a:xfrm flipH="1">
              <a:off x="-279703" y="550559"/>
              <a:ext cx="243417" cy="0"/>
            </a:xfrm>
            <a:prstGeom prst="line">
              <a:avLst/>
            </a:prstGeom>
            <a:ln w="6350" cmpd="sng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Group 95"/>
          <p:cNvGrpSpPr/>
          <p:nvPr userDrawn="1"/>
        </p:nvGrpSpPr>
        <p:grpSpPr>
          <a:xfrm>
            <a:off x="12262554" y="278020"/>
            <a:ext cx="182439" cy="5851109"/>
            <a:chOff x="-279703" y="208515"/>
            <a:chExt cx="243417" cy="4388332"/>
          </a:xfrm>
        </p:grpSpPr>
        <p:cxnSp>
          <p:nvCxnSpPr>
            <p:cNvPr id="97" name="Straight Connector 96"/>
            <p:cNvCxnSpPr/>
            <p:nvPr userDrawn="1"/>
          </p:nvCxnSpPr>
          <p:spPr>
            <a:xfrm flipH="1">
              <a:off x="-279703" y="1414714"/>
              <a:ext cx="243417" cy="0"/>
            </a:xfrm>
            <a:prstGeom prst="line">
              <a:avLst/>
            </a:prstGeom>
            <a:ln w="6350" cmpd="sng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Group 97"/>
            <p:cNvGrpSpPr/>
            <p:nvPr userDrawn="1"/>
          </p:nvGrpSpPr>
          <p:grpSpPr>
            <a:xfrm>
              <a:off x="-279703" y="4254803"/>
              <a:ext cx="243417" cy="342044"/>
              <a:chOff x="-243418" y="1063625"/>
              <a:chExt cx="243417" cy="342044"/>
            </a:xfrm>
          </p:grpSpPr>
          <p:cxnSp>
            <p:nvCxnSpPr>
              <p:cNvPr id="103" name="Straight Connector 102"/>
              <p:cNvCxnSpPr/>
              <p:nvPr userDrawn="1"/>
            </p:nvCxnSpPr>
            <p:spPr>
              <a:xfrm flipH="1">
                <a:off x="-243418" y="1405669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/>
              <p:nvPr userDrawn="1"/>
            </p:nvCxnSpPr>
            <p:spPr>
              <a:xfrm flipH="1">
                <a:off x="-243418" y="1063625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/>
            <p:cNvGrpSpPr/>
            <p:nvPr userDrawn="1"/>
          </p:nvGrpSpPr>
          <p:grpSpPr>
            <a:xfrm>
              <a:off x="-279703" y="208515"/>
              <a:ext cx="243417" cy="864155"/>
              <a:chOff x="-243418" y="1063625"/>
              <a:chExt cx="243417" cy="864155"/>
            </a:xfrm>
          </p:grpSpPr>
          <p:cxnSp>
            <p:nvCxnSpPr>
              <p:cNvPr id="101" name="Straight Connector 100"/>
              <p:cNvCxnSpPr/>
              <p:nvPr userDrawn="1"/>
            </p:nvCxnSpPr>
            <p:spPr>
              <a:xfrm flipH="1">
                <a:off x="-243418" y="1927780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/>
              <p:nvPr userDrawn="1"/>
            </p:nvCxnSpPr>
            <p:spPr>
              <a:xfrm flipH="1">
                <a:off x="-243418" y="1063625"/>
                <a:ext cx="243417" cy="0"/>
              </a:xfrm>
              <a:prstGeom prst="line">
                <a:avLst/>
              </a:prstGeom>
              <a:ln w="6350" cmpd="sng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Straight Connector 99"/>
            <p:cNvCxnSpPr/>
            <p:nvPr userDrawn="1"/>
          </p:nvCxnSpPr>
          <p:spPr>
            <a:xfrm flipH="1">
              <a:off x="-279703" y="550559"/>
              <a:ext cx="243417" cy="0"/>
            </a:xfrm>
            <a:prstGeom prst="line">
              <a:avLst/>
            </a:prstGeom>
            <a:ln w="6350" cmpd="sng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5163" y="296487"/>
            <a:ext cx="11195255" cy="700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5163" y="1443784"/>
            <a:ext cx="11195255" cy="48914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8962036" y="210407"/>
            <a:ext cx="3084831" cy="553454"/>
            <a:chOff x="7350950" y="2735892"/>
            <a:chExt cx="3084831" cy="553454"/>
          </a:xfrm>
        </p:grpSpPr>
        <p:pic>
          <p:nvPicPr>
            <p:cNvPr id="55" name="图片 54"/>
            <p:cNvPicPr>
              <a:picLocks noChangeAspect="1"/>
            </p:cNvPicPr>
            <p:nvPr userDrawn="1"/>
          </p:nvPicPr>
          <p:blipFill rotWithShape="1">
            <a:blip r:embed="rId10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084"/>
            <a:stretch>
              <a:fillRect/>
            </a:stretch>
          </p:blipFill>
          <p:spPr>
            <a:xfrm>
              <a:off x="9323652" y="2869121"/>
              <a:ext cx="1112129" cy="286993"/>
            </a:xfrm>
            <a:prstGeom prst="rect">
              <a:avLst/>
            </a:prstGeom>
          </p:spPr>
        </p:pic>
        <p:pic>
          <p:nvPicPr>
            <p:cNvPr id="57" name="图片 56"/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0950" y="2735892"/>
              <a:ext cx="1638825" cy="553454"/>
            </a:xfrm>
            <a:prstGeom prst="rect">
              <a:avLst/>
            </a:prstGeom>
          </p:spPr>
        </p:pic>
        <p:pic>
          <p:nvPicPr>
            <p:cNvPr id="58" name="图片 57"/>
            <p:cNvPicPr>
              <a:picLocks noChangeAspect="1"/>
            </p:cNvPicPr>
            <p:nvPr userDrawn="1"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0752" y="2841168"/>
              <a:ext cx="342900" cy="34290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609600" rtl="0" eaLnBrk="1" latinLnBrk="0" hangingPunct="1">
        <a:spcBef>
          <a:spcPct val="0"/>
        </a:spcBef>
        <a:buNone/>
        <a:defRPr sz="2135" b="1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</p:titleStyle>
    <p:bodyStyle>
      <a:lvl1pPr marL="0" indent="0" algn="l" defTabSz="609600" rtl="0" eaLnBrk="1" latinLnBrk="0" hangingPunct="1">
        <a:spcBef>
          <a:spcPct val="20000"/>
        </a:spcBef>
        <a:buFont typeface="Arial" panose="020B0604020202020204"/>
        <a:buNone/>
        <a:defRPr sz="2135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09600" indent="0" algn="l" defTabSz="609600" rtl="0" eaLnBrk="1" latinLnBrk="0" hangingPunct="1">
        <a:spcBef>
          <a:spcPct val="20000"/>
        </a:spcBef>
        <a:buFont typeface="Arial" panose="020B0604020202020204"/>
        <a:buNone/>
        <a:defRPr sz="2135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219200" indent="0" algn="l" defTabSz="609600" rtl="0" eaLnBrk="1" latinLnBrk="0" hangingPunct="1">
        <a:spcBef>
          <a:spcPct val="20000"/>
        </a:spcBef>
        <a:buFont typeface="Arial" panose="020B0604020202020204"/>
        <a:buNone/>
        <a:defRPr sz="2135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828800" indent="0" algn="l" defTabSz="609600" rtl="0" eaLnBrk="1" latinLnBrk="0" hangingPunct="1">
        <a:spcBef>
          <a:spcPct val="20000"/>
        </a:spcBef>
        <a:buFont typeface="Arial" panose="020B0604020202020204"/>
        <a:buNone/>
        <a:defRPr sz="2135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438400" indent="0" algn="l" defTabSz="609600" rtl="0" eaLnBrk="1" latinLnBrk="0" hangingPunct="1">
        <a:spcBef>
          <a:spcPct val="20000"/>
        </a:spcBef>
        <a:buFont typeface="Arial" panose="020B0604020202020204"/>
        <a:buNone/>
        <a:defRPr sz="2135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33528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609600" rtl="0" eaLnBrk="1" latinLnBrk="0" hangingPunct="1">
        <a:spcBef>
          <a:spcPct val="20000"/>
        </a:spcBef>
        <a:buFont typeface="Arial" panose="020B0604020202020204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6096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tags" Target="../tags/tag29.xml"/><Relationship Id="rId21" Type="http://schemas.openxmlformats.org/officeDocument/2006/relationships/tags" Target="../tags/tag24.xml"/><Relationship Id="rId42" Type="http://schemas.openxmlformats.org/officeDocument/2006/relationships/tags" Target="../tags/tag45.xml"/><Relationship Id="rId47" Type="http://schemas.openxmlformats.org/officeDocument/2006/relationships/tags" Target="../tags/tag50.xml"/><Relationship Id="rId63" Type="http://schemas.openxmlformats.org/officeDocument/2006/relationships/tags" Target="../tags/tag66.xml"/><Relationship Id="rId68" Type="http://schemas.openxmlformats.org/officeDocument/2006/relationships/tags" Target="../tags/tag71.xml"/><Relationship Id="rId84" Type="http://schemas.openxmlformats.org/officeDocument/2006/relationships/tags" Target="../tags/tag87.xml"/><Relationship Id="rId89" Type="http://schemas.openxmlformats.org/officeDocument/2006/relationships/tags" Target="../tags/tag92.xml"/><Relationship Id="rId112" Type="http://schemas.openxmlformats.org/officeDocument/2006/relationships/tags" Target="../tags/tag115.xml"/><Relationship Id="rId16" Type="http://schemas.openxmlformats.org/officeDocument/2006/relationships/tags" Target="../tags/tag19.xml"/><Relationship Id="rId107" Type="http://schemas.openxmlformats.org/officeDocument/2006/relationships/tags" Target="../tags/tag110.xml"/><Relationship Id="rId11" Type="http://schemas.openxmlformats.org/officeDocument/2006/relationships/tags" Target="../tags/tag14.xml"/><Relationship Id="rId32" Type="http://schemas.openxmlformats.org/officeDocument/2006/relationships/tags" Target="../tags/tag35.xml"/><Relationship Id="rId37" Type="http://schemas.openxmlformats.org/officeDocument/2006/relationships/tags" Target="../tags/tag40.xml"/><Relationship Id="rId53" Type="http://schemas.openxmlformats.org/officeDocument/2006/relationships/tags" Target="../tags/tag56.xml"/><Relationship Id="rId58" Type="http://schemas.openxmlformats.org/officeDocument/2006/relationships/tags" Target="../tags/tag61.xml"/><Relationship Id="rId74" Type="http://schemas.openxmlformats.org/officeDocument/2006/relationships/tags" Target="../tags/tag77.xml"/><Relationship Id="rId79" Type="http://schemas.openxmlformats.org/officeDocument/2006/relationships/tags" Target="../tags/tag82.xml"/><Relationship Id="rId102" Type="http://schemas.openxmlformats.org/officeDocument/2006/relationships/tags" Target="../tags/tag105.xml"/><Relationship Id="rId5" Type="http://schemas.openxmlformats.org/officeDocument/2006/relationships/tags" Target="../tags/tag8.xml"/><Relationship Id="rId90" Type="http://schemas.openxmlformats.org/officeDocument/2006/relationships/tags" Target="../tags/tag93.xml"/><Relationship Id="rId95" Type="http://schemas.openxmlformats.org/officeDocument/2006/relationships/tags" Target="../tags/tag98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43" Type="http://schemas.openxmlformats.org/officeDocument/2006/relationships/tags" Target="../tags/tag46.xml"/><Relationship Id="rId48" Type="http://schemas.openxmlformats.org/officeDocument/2006/relationships/tags" Target="../tags/tag51.xml"/><Relationship Id="rId64" Type="http://schemas.openxmlformats.org/officeDocument/2006/relationships/tags" Target="../tags/tag67.xml"/><Relationship Id="rId69" Type="http://schemas.openxmlformats.org/officeDocument/2006/relationships/tags" Target="../tags/tag72.xml"/><Relationship Id="rId113" Type="http://schemas.openxmlformats.org/officeDocument/2006/relationships/tags" Target="../tags/tag116.xml"/><Relationship Id="rId80" Type="http://schemas.openxmlformats.org/officeDocument/2006/relationships/tags" Target="../tags/tag83.xml"/><Relationship Id="rId85" Type="http://schemas.openxmlformats.org/officeDocument/2006/relationships/tags" Target="../tags/tag88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33" Type="http://schemas.openxmlformats.org/officeDocument/2006/relationships/tags" Target="../tags/tag36.xml"/><Relationship Id="rId38" Type="http://schemas.openxmlformats.org/officeDocument/2006/relationships/tags" Target="../tags/tag41.xml"/><Relationship Id="rId59" Type="http://schemas.openxmlformats.org/officeDocument/2006/relationships/tags" Target="../tags/tag62.xml"/><Relationship Id="rId103" Type="http://schemas.openxmlformats.org/officeDocument/2006/relationships/tags" Target="../tags/tag106.xml"/><Relationship Id="rId108" Type="http://schemas.openxmlformats.org/officeDocument/2006/relationships/tags" Target="../tags/tag111.xml"/><Relationship Id="rId54" Type="http://schemas.openxmlformats.org/officeDocument/2006/relationships/tags" Target="../tags/tag57.xml"/><Relationship Id="rId70" Type="http://schemas.openxmlformats.org/officeDocument/2006/relationships/tags" Target="../tags/tag73.xml"/><Relationship Id="rId75" Type="http://schemas.openxmlformats.org/officeDocument/2006/relationships/tags" Target="../tags/tag78.xml"/><Relationship Id="rId91" Type="http://schemas.openxmlformats.org/officeDocument/2006/relationships/tags" Target="../tags/tag94.xml"/><Relationship Id="rId96" Type="http://schemas.openxmlformats.org/officeDocument/2006/relationships/tags" Target="../tags/tag99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tags" Target="../tags/tag39.xml"/><Relationship Id="rId49" Type="http://schemas.openxmlformats.org/officeDocument/2006/relationships/tags" Target="../tags/tag52.xml"/><Relationship Id="rId57" Type="http://schemas.openxmlformats.org/officeDocument/2006/relationships/tags" Target="../tags/tag60.xml"/><Relationship Id="rId106" Type="http://schemas.openxmlformats.org/officeDocument/2006/relationships/tags" Target="../tags/tag109.xml"/><Relationship Id="rId114" Type="http://schemas.openxmlformats.org/officeDocument/2006/relationships/tags" Target="../tags/tag117.xml"/><Relationship Id="rId10" Type="http://schemas.openxmlformats.org/officeDocument/2006/relationships/tags" Target="../tags/tag13.xml"/><Relationship Id="rId31" Type="http://schemas.openxmlformats.org/officeDocument/2006/relationships/tags" Target="../tags/tag34.xml"/><Relationship Id="rId44" Type="http://schemas.openxmlformats.org/officeDocument/2006/relationships/tags" Target="../tags/tag47.xml"/><Relationship Id="rId52" Type="http://schemas.openxmlformats.org/officeDocument/2006/relationships/tags" Target="../tags/tag55.xml"/><Relationship Id="rId60" Type="http://schemas.openxmlformats.org/officeDocument/2006/relationships/tags" Target="../tags/tag63.xml"/><Relationship Id="rId65" Type="http://schemas.openxmlformats.org/officeDocument/2006/relationships/tags" Target="../tags/tag68.xml"/><Relationship Id="rId73" Type="http://schemas.openxmlformats.org/officeDocument/2006/relationships/tags" Target="../tags/tag76.xml"/><Relationship Id="rId78" Type="http://schemas.openxmlformats.org/officeDocument/2006/relationships/tags" Target="../tags/tag81.xml"/><Relationship Id="rId81" Type="http://schemas.openxmlformats.org/officeDocument/2006/relationships/tags" Target="../tags/tag84.xml"/><Relationship Id="rId86" Type="http://schemas.openxmlformats.org/officeDocument/2006/relationships/tags" Target="../tags/tag89.xml"/><Relationship Id="rId94" Type="http://schemas.openxmlformats.org/officeDocument/2006/relationships/tags" Target="../tags/tag97.xml"/><Relationship Id="rId99" Type="http://schemas.openxmlformats.org/officeDocument/2006/relationships/tags" Target="../tags/tag102.xml"/><Relationship Id="rId101" Type="http://schemas.openxmlformats.org/officeDocument/2006/relationships/tags" Target="../tags/tag104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39" Type="http://schemas.openxmlformats.org/officeDocument/2006/relationships/tags" Target="../tags/tag42.xml"/><Relationship Id="rId109" Type="http://schemas.openxmlformats.org/officeDocument/2006/relationships/tags" Target="../tags/tag112.xml"/><Relationship Id="rId34" Type="http://schemas.openxmlformats.org/officeDocument/2006/relationships/tags" Target="../tags/tag37.xml"/><Relationship Id="rId50" Type="http://schemas.openxmlformats.org/officeDocument/2006/relationships/tags" Target="../tags/tag53.xml"/><Relationship Id="rId55" Type="http://schemas.openxmlformats.org/officeDocument/2006/relationships/tags" Target="../tags/tag58.xml"/><Relationship Id="rId76" Type="http://schemas.openxmlformats.org/officeDocument/2006/relationships/tags" Target="../tags/tag79.xml"/><Relationship Id="rId97" Type="http://schemas.openxmlformats.org/officeDocument/2006/relationships/tags" Target="../tags/tag100.xml"/><Relationship Id="rId104" Type="http://schemas.openxmlformats.org/officeDocument/2006/relationships/tags" Target="../tags/tag107.xml"/><Relationship Id="rId7" Type="http://schemas.openxmlformats.org/officeDocument/2006/relationships/tags" Target="../tags/tag10.xml"/><Relationship Id="rId71" Type="http://schemas.openxmlformats.org/officeDocument/2006/relationships/tags" Target="../tags/tag74.xml"/><Relationship Id="rId92" Type="http://schemas.openxmlformats.org/officeDocument/2006/relationships/tags" Target="../tags/tag95.xml"/><Relationship Id="rId2" Type="http://schemas.openxmlformats.org/officeDocument/2006/relationships/tags" Target="../tags/tag5.xml"/><Relationship Id="rId29" Type="http://schemas.openxmlformats.org/officeDocument/2006/relationships/tags" Target="../tags/tag32.xml"/><Relationship Id="rId24" Type="http://schemas.openxmlformats.org/officeDocument/2006/relationships/tags" Target="../tags/tag27.xml"/><Relationship Id="rId40" Type="http://schemas.openxmlformats.org/officeDocument/2006/relationships/tags" Target="../tags/tag43.xml"/><Relationship Id="rId45" Type="http://schemas.openxmlformats.org/officeDocument/2006/relationships/tags" Target="../tags/tag48.xml"/><Relationship Id="rId66" Type="http://schemas.openxmlformats.org/officeDocument/2006/relationships/tags" Target="../tags/tag69.xml"/><Relationship Id="rId87" Type="http://schemas.openxmlformats.org/officeDocument/2006/relationships/tags" Target="../tags/tag90.xml"/><Relationship Id="rId110" Type="http://schemas.openxmlformats.org/officeDocument/2006/relationships/tags" Target="../tags/tag113.xml"/><Relationship Id="rId115" Type="http://schemas.openxmlformats.org/officeDocument/2006/relationships/tags" Target="../tags/tag118.xml"/><Relationship Id="rId61" Type="http://schemas.openxmlformats.org/officeDocument/2006/relationships/tags" Target="../tags/tag64.xml"/><Relationship Id="rId82" Type="http://schemas.openxmlformats.org/officeDocument/2006/relationships/tags" Target="../tags/tag85.xml"/><Relationship Id="rId19" Type="http://schemas.openxmlformats.org/officeDocument/2006/relationships/tags" Target="../tags/tag22.xml"/><Relationship Id="rId14" Type="http://schemas.openxmlformats.org/officeDocument/2006/relationships/tags" Target="../tags/tag17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56" Type="http://schemas.openxmlformats.org/officeDocument/2006/relationships/tags" Target="../tags/tag59.xml"/><Relationship Id="rId77" Type="http://schemas.openxmlformats.org/officeDocument/2006/relationships/tags" Target="../tags/tag80.xml"/><Relationship Id="rId100" Type="http://schemas.openxmlformats.org/officeDocument/2006/relationships/tags" Target="../tags/tag103.xml"/><Relationship Id="rId105" Type="http://schemas.openxmlformats.org/officeDocument/2006/relationships/tags" Target="../tags/tag108.xml"/><Relationship Id="rId8" Type="http://schemas.openxmlformats.org/officeDocument/2006/relationships/tags" Target="../tags/tag11.xml"/><Relationship Id="rId51" Type="http://schemas.openxmlformats.org/officeDocument/2006/relationships/tags" Target="../tags/tag54.xml"/><Relationship Id="rId72" Type="http://schemas.openxmlformats.org/officeDocument/2006/relationships/tags" Target="../tags/tag75.xml"/><Relationship Id="rId93" Type="http://schemas.openxmlformats.org/officeDocument/2006/relationships/tags" Target="../tags/tag96.xml"/><Relationship Id="rId98" Type="http://schemas.openxmlformats.org/officeDocument/2006/relationships/tags" Target="../tags/tag101.xml"/><Relationship Id="rId3" Type="http://schemas.openxmlformats.org/officeDocument/2006/relationships/tags" Target="../tags/tag6.xml"/><Relationship Id="rId25" Type="http://schemas.openxmlformats.org/officeDocument/2006/relationships/tags" Target="../tags/tag28.xml"/><Relationship Id="rId46" Type="http://schemas.openxmlformats.org/officeDocument/2006/relationships/tags" Target="../tags/tag49.xml"/><Relationship Id="rId67" Type="http://schemas.openxmlformats.org/officeDocument/2006/relationships/tags" Target="../tags/tag70.xml"/><Relationship Id="rId116" Type="http://schemas.openxmlformats.org/officeDocument/2006/relationships/slideLayout" Target="../slideLayouts/slideLayout6.xml"/><Relationship Id="rId20" Type="http://schemas.openxmlformats.org/officeDocument/2006/relationships/tags" Target="../tags/tag23.xml"/><Relationship Id="rId41" Type="http://schemas.openxmlformats.org/officeDocument/2006/relationships/tags" Target="../tags/tag44.xml"/><Relationship Id="rId62" Type="http://schemas.openxmlformats.org/officeDocument/2006/relationships/tags" Target="../tags/tag65.xml"/><Relationship Id="rId83" Type="http://schemas.openxmlformats.org/officeDocument/2006/relationships/tags" Target="../tags/tag86.xml"/><Relationship Id="rId88" Type="http://schemas.openxmlformats.org/officeDocument/2006/relationships/tags" Target="../tags/tag91.xml"/><Relationship Id="rId111" Type="http://schemas.openxmlformats.org/officeDocument/2006/relationships/tags" Target="../tags/tag11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31.xml"/><Relationship Id="rId18" Type="http://schemas.openxmlformats.org/officeDocument/2006/relationships/tags" Target="../tags/tag136.xml"/><Relationship Id="rId26" Type="http://schemas.openxmlformats.org/officeDocument/2006/relationships/tags" Target="../tags/tag144.xml"/><Relationship Id="rId39" Type="http://schemas.openxmlformats.org/officeDocument/2006/relationships/tags" Target="../tags/tag157.xml"/><Relationship Id="rId21" Type="http://schemas.openxmlformats.org/officeDocument/2006/relationships/tags" Target="../tags/tag139.xml"/><Relationship Id="rId34" Type="http://schemas.openxmlformats.org/officeDocument/2006/relationships/tags" Target="../tags/tag152.xml"/><Relationship Id="rId42" Type="http://schemas.openxmlformats.org/officeDocument/2006/relationships/tags" Target="../tags/tag160.xml"/><Relationship Id="rId47" Type="http://schemas.openxmlformats.org/officeDocument/2006/relationships/slideLayout" Target="../slideLayouts/slideLayout6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6" Type="http://schemas.openxmlformats.org/officeDocument/2006/relationships/tags" Target="../tags/tag134.xml"/><Relationship Id="rId29" Type="http://schemas.openxmlformats.org/officeDocument/2006/relationships/tags" Target="../tags/tag147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11" Type="http://schemas.openxmlformats.org/officeDocument/2006/relationships/tags" Target="../tags/tag129.xml"/><Relationship Id="rId24" Type="http://schemas.openxmlformats.org/officeDocument/2006/relationships/tags" Target="../tags/tag142.xml"/><Relationship Id="rId32" Type="http://schemas.openxmlformats.org/officeDocument/2006/relationships/tags" Target="../tags/tag150.xml"/><Relationship Id="rId37" Type="http://schemas.openxmlformats.org/officeDocument/2006/relationships/tags" Target="../tags/tag155.xml"/><Relationship Id="rId40" Type="http://schemas.openxmlformats.org/officeDocument/2006/relationships/tags" Target="../tags/tag158.xml"/><Relationship Id="rId45" Type="http://schemas.openxmlformats.org/officeDocument/2006/relationships/tags" Target="../tags/tag163.xml"/><Relationship Id="rId5" Type="http://schemas.openxmlformats.org/officeDocument/2006/relationships/tags" Target="../tags/tag123.xml"/><Relationship Id="rId15" Type="http://schemas.openxmlformats.org/officeDocument/2006/relationships/tags" Target="../tags/tag133.xml"/><Relationship Id="rId23" Type="http://schemas.openxmlformats.org/officeDocument/2006/relationships/tags" Target="../tags/tag141.xml"/><Relationship Id="rId28" Type="http://schemas.openxmlformats.org/officeDocument/2006/relationships/tags" Target="../tags/tag146.xml"/><Relationship Id="rId36" Type="http://schemas.openxmlformats.org/officeDocument/2006/relationships/tags" Target="../tags/tag154.xml"/><Relationship Id="rId10" Type="http://schemas.openxmlformats.org/officeDocument/2006/relationships/tags" Target="../tags/tag128.xml"/><Relationship Id="rId19" Type="http://schemas.openxmlformats.org/officeDocument/2006/relationships/tags" Target="../tags/tag137.xml"/><Relationship Id="rId31" Type="http://schemas.openxmlformats.org/officeDocument/2006/relationships/tags" Target="../tags/tag149.xml"/><Relationship Id="rId44" Type="http://schemas.openxmlformats.org/officeDocument/2006/relationships/tags" Target="../tags/tag162.xml"/><Relationship Id="rId4" Type="http://schemas.openxmlformats.org/officeDocument/2006/relationships/tags" Target="../tags/tag122.xml"/><Relationship Id="rId9" Type="http://schemas.openxmlformats.org/officeDocument/2006/relationships/tags" Target="../tags/tag127.xml"/><Relationship Id="rId14" Type="http://schemas.openxmlformats.org/officeDocument/2006/relationships/tags" Target="../tags/tag132.xml"/><Relationship Id="rId22" Type="http://schemas.openxmlformats.org/officeDocument/2006/relationships/tags" Target="../tags/tag140.xml"/><Relationship Id="rId27" Type="http://schemas.openxmlformats.org/officeDocument/2006/relationships/tags" Target="../tags/tag145.xml"/><Relationship Id="rId30" Type="http://schemas.openxmlformats.org/officeDocument/2006/relationships/tags" Target="../tags/tag148.xml"/><Relationship Id="rId35" Type="http://schemas.openxmlformats.org/officeDocument/2006/relationships/tags" Target="../tags/tag153.xml"/><Relationship Id="rId43" Type="http://schemas.openxmlformats.org/officeDocument/2006/relationships/tags" Target="../tags/tag161.xml"/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12" Type="http://schemas.openxmlformats.org/officeDocument/2006/relationships/tags" Target="../tags/tag130.xml"/><Relationship Id="rId17" Type="http://schemas.openxmlformats.org/officeDocument/2006/relationships/tags" Target="../tags/tag135.xml"/><Relationship Id="rId25" Type="http://schemas.openxmlformats.org/officeDocument/2006/relationships/tags" Target="../tags/tag143.xml"/><Relationship Id="rId33" Type="http://schemas.openxmlformats.org/officeDocument/2006/relationships/tags" Target="../tags/tag151.xml"/><Relationship Id="rId38" Type="http://schemas.openxmlformats.org/officeDocument/2006/relationships/tags" Target="../tags/tag156.xml"/><Relationship Id="rId46" Type="http://schemas.openxmlformats.org/officeDocument/2006/relationships/tags" Target="../tags/tag164.xml"/><Relationship Id="rId20" Type="http://schemas.openxmlformats.org/officeDocument/2006/relationships/tags" Target="../tags/tag138.xml"/><Relationship Id="rId41" Type="http://schemas.openxmlformats.org/officeDocument/2006/relationships/tags" Target="../tags/tag15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67.xml"/><Relationship Id="rId7" Type="http://schemas.openxmlformats.org/officeDocument/2006/relationships/tags" Target="../tags/tag171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9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197.xml"/><Relationship Id="rId21" Type="http://schemas.openxmlformats.org/officeDocument/2006/relationships/tags" Target="../tags/tag192.xml"/><Relationship Id="rId42" Type="http://schemas.openxmlformats.org/officeDocument/2006/relationships/tags" Target="../tags/tag213.xml"/><Relationship Id="rId47" Type="http://schemas.openxmlformats.org/officeDocument/2006/relationships/tags" Target="../tags/tag218.xml"/><Relationship Id="rId63" Type="http://schemas.openxmlformats.org/officeDocument/2006/relationships/tags" Target="../tags/tag234.xml"/><Relationship Id="rId68" Type="http://schemas.openxmlformats.org/officeDocument/2006/relationships/tags" Target="../tags/tag239.xml"/><Relationship Id="rId84" Type="http://schemas.openxmlformats.org/officeDocument/2006/relationships/tags" Target="../tags/tag255.xml"/><Relationship Id="rId89" Type="http://schemas.openxmlformats.org/officeDocument/2006/relationships/tags" Target="../tags/tag260.xml"/><Relationship Id="rId112" Type="http://schemas.openxmlformats.org/officeDocument/2006/relationships/tags" Target="../tags/tag283.xml"/><Relationship Id="rId16" Type="http://schemas.openxmlformats.org/officeDocument/2006/relationships/tags" Target="../tags/tag187.xml"/><Relationship Id="rId107" Type="http://schemas.openxmlformats.org/officeDocument/2006/relationships/tags" Target="../tags/tag278.xml"/><Relationship Id="rId11" Type="http://schemas.openxmlformats.org/officeDocument/2006/relationships/tags" Target="../tags/tag182.xml"/><Relationship Id="rId32" Type="http://schemas.openxmlformats.org/officeDocument/2006/relationships/tags" Target="../tags/tag203.xml"/><Relationship Id="rId37" Type="http://schemas.openxmlformats.org/officeDocument/2006/relationships/tags" Target="../tags/tag208.xml"/><Relationship Id="rId53" Type="http://schemas.openxmlformats.org/officeDocument/2006/relationships/tags" Target="../tags/tag224.xml"/><Relationship Id="rId58" Type="http://schemas.openxmlformats.org/officeDocument/2006/relationships/tags" Target="../tags/tag229.xml"/><Relationship Id="rId74" Type="http://schemas.openxmlformats.org/officeDocument/2006/relationships/tags" Target="../tags/tag245.xml"/><Relationship Id="rId79" Type="http://schemas.openxmlformats.org/officeDocument/2006/relationships/tags" Target="../tags/tag250.xml"/><Relationship Id="rId102" Type="http://schemas.openxmlformats.org/officeDocument/2006/relationships/tags" Target="../tags/tag273.xml"/><Relationship Id="rId5" Type="http://schemas.openxmlformats.org/officeDocument/2006/relationships/tags" Target="../tags/tag176.xml"/><Relationship Id="rId90" Type="http://schemas.openxmlformats.org/officeDocument/2006/relationships/tags" Target="../tags/tag261.xml"/><Relationship Id="rId95" Type="http://schemas.openxmlformats.org/officeDocument/2006/relationships/tags" Target="../tags/tag266.xml"/><Relationship Id="rId22" Type="http://schemas.openxmlformats.org/officeDocument/2006/relationships/tags" Target="../tags/tag193.xml"/><Relationship Id="rId27" Type="http://schemas.openxmlformats.org/officeDocument/2006/relationships/tags" Target="../tags/tag198.xml"/><Relationship Id="rId43" Type="http://schemas.openxmlformats.org/officeDocument/2006/relationships/tags" Target="../tags/tag214.xml"/><Relationship Id="rId48" Type="http://schemas.openxmlformats.org/officeDocument/2006/relationships/tags" Target="../tags/tag219.xml"/><Relationship Id="rId64" Type="http://schemas.openxmlformats.org/officeDocument/2006/relationships/tags" Target="../tags/tag235.xml"/><Relationship Id="rId69" Type="http://schemas.openxmlformats.org/officeDocument/2006/relationships/tags" Target="../tags/tag240.xml"/><Relationship Id="rId113" Type="http://schemas.openxmlformats.org/officeDocument/2006/relationships/tags" Target="../tags/tag284.xml"/><Relationship Id="rId80" Type="http://schemas.openxmlformats.org/officeDocument/2006/relationships/tags" Target="../tags/tag251.xml"/><Relationship Id="rId85" Type="http://schemas.openxmlformats.org/officeDocument/2006/relationships/tags" Target="../tags/tag256.xml"/><Relationship Id="rId12" Type="http://schemas.openxmlformats.org/officeDocument/2006/relationships/tags" Target="../tags/tag183.xml"/><Relationship Id="rId17" Type="http://schemas.openxmlformats.org/officeDocument/2006/relationships/tags" Target="../tags/tag188.xml"/><Relationship Id="rId33" Type="http://schemas.openxmlformats.org/officeDocument/2006/relationships/tags" Target="../tags/tag204.xml"/><Relationship Id="rId38" Type="http://schemas.openxmlformats.org/officeDocument/2006/relationships/tags" Target="../tags/tag209.xml"/><Relationship Id="rId59" Type="http://schemas.openxmlformats.org/officeDocument/2006/relationships/tags" Target="../tags/tag230.xml"/><Relationship Id="rId103" Type="http://schemas.openxmlformats.org/officeDocument/2006/relationships/tags" Target="../tags/tag274.xml"/><Relationship Id="rId108" Type="http://schemas.openxmlformats.org/officeDocument/2006/relationships/tags" Target="../tags/tag279.xml"/><Relationship Id="rId54" Type="http://schemas.openxmlformats.org/officeDocument/2006/relationships/tags" Target="../tags/tag225.xml"/><Relationship Id="rId70" Type="http://schemas.openxmlformats.org/officeDocument/2006/relationships/tags" Target="../tags/tag241.xml"/><Relationship Id="rId75" Type="http://schemas.openxmlformats.org/officeDocument/2006/relationships/tags" Target="../tags/tag246.xml"/><Relationship Id="rId91" Type="http://schemas.openxmlformats.org/officeDocument/2006/relationships/tags" Target="../tags/tag262.xml"/><Relationship Id="rId96" Type="http://schemas.openxmlformats.org/officeDocument/2006/relationships/tags" Target="../tags/tag267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5" Type="http://schemas.openxmlformats.org/officeDocument/2006/relationships/tags" Target="../tags/tag186.xml"/><Relationship Id="rId23" Type="http://schemas.openxmlformats.org/officeDocument/2006/relationships/tags" Target="../tags/tag194.xml"/><Relationship Id="rId28" Type="http://schemas.openxmlformats.org/officeDocument/2006/relationships/tags" Target="../tags/tag199.xml"/><Relationship Id="rId36" Type="http://schemas.openxmlformats.org/officeDocument/2006/relationships/tags" Target="../tags/tag207.xml"/><Relationship Id="rId49" Type="http://schemas.openxmlformats.org/officeDocument/2006/relationships/tags" Target="../tags/tag220.xml"/><Relationship Id="rId57" Type="http://schemas.openxmlformats.org/officeDocument/2006/relationships/tags" Target="../tags/tag228.xml"/><Relationship Id="rId106" Type="http://schemas.openxmlformats.org/officeDocument/2006/relationships/tags" Target="../tags/tag277.xml"/><Relationship Id="rId114" Type="http://schemas.openxmlformats.org/officeDocument/2006/relationships/tags" Target="../tags/tag285.xml"/><Relationship Id="rId10" Type="http://schemas.openxmlformats.org/officeDocument/2006/relationships/tags" Target="../tags/tag181.xml"/><Relationship Id="rId31" Type="http://schemas.openxmlformats.org/officeDocument/2006/relationships/tags" Target="../tags/tag202.xml"/><Relationship Id="rId44" Type="http://schemas.openxmlformats.org/officeDocument/2006/relationships/tags" Target="../tags/tag215.xml"/><Relationship Id="rId52" Type="http://schemas.openxmlformats.org/officeDocument/2006/relationships/tags" Target="../tags/tag223.xml"/><Relationship Id="rId60" Type="http://schemas.openxmlformats.org/officeDocument/2006/relationships/tags" Target="../tags/tag231.xml"/><Relationship Id="rId65" Type="http://schemas.openxmlformats.org/officeDocument/2006/relationships/tags" Target="../tags/tag236.xml"/><Relationship Id="rId73" Type="http://schemas.openxmlformats.org/officeDocument/2006/relationships/tags" Target="../tags/tag244.xml"/><Relationship Id="rId78" Type="http://schemas.openxmlformats.org/officeDocument/2006/relationships/tags" Target="../tags/tag249.xml"/><Relationship Id="rId81" Type="http://schemas.openxmlformats.org/officeDocument/2006/relationships/tags" Target="../tags/tag252.xml"/><Relationship Id="rId86" Type="http://schemas.openxmlformats.org/officeDocument/2006/relationships/tags" Target="../tags/tag257.xml"/><Relationship Id="rId94" Type="http://schemas.openxmlformats.org/officeDocument/2006/relationships/tags" Target="../tags/tag265.xml"/><Relationship Id="rId99" Type="http://schemas.openxmlformats.org/officeDocument/2006/relationships/tags" Target="../tags/tag270.xml"/><Relationship Id="rId101" Type="http://schemas.openxmlformats.org/officeDocument/2006/relationships/tags" Target="../tags/tag272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3" Type="http://schemas.openxmlformats.org/officeDocument/2006/relationships/tags" Target="../tags/tag184.xml"/><Relationship Id="rId18" Type="http://schemas.openxmlformats.org/officeDocument/2006/relationships/tags" Target="../tags/tag189.xml"/><Relationship Id="rId39" Type="http://schemas.openxmlformats.org/officeDocument/2006/relationships/tags" Target="../tags/tag210.xml"/><Relationship Id="rId109" Type="http://schemas.openxmlformats.org/officeDocument/2006/relationships/tags" Target="../tags/tag280.xml"/><Relationship Id="rId34" Type="http://schemas.openxmlformats.org/officeDocument/2006/relationships/tags" Target="../tags/tag205.xml"/><Relationship Id="rId50" Type="http://schemas.openxmlformats.org/officeDocument/2006/relationships/tags" Target="../tags/tag221.xml"/><Relationship Id="rId55" Type="http://schemas.openxmlformats.org/officeDocument/2006/relationships/tags" Target="../tags/tag226.xml"/><Relationship Id="rId76" Type="http://schemas.openxmlformats.org/officeDocument/2006/relationships/tags" Target="../tags/tag247.xml"/><Relationship Id="rId97" Type="http://schemas.openxmlformats.org/officeDocument/2006/relationships/tags" Target="../tags/tag268.xml"/><Relationship Id="rId104" Type="http://schemas.openxmlformats.org/officeDocument/2006/relationships/tags" Target="../tags/tag275.xml"/><Relationship Id="rId7" Type="http://schemas.openxmlformats.org/officeDocument/2006/relationships/tags" Target="../tags/tag178.xml"/><Relationship Id="rId71" Type="http://schemas.openxmlformats.org/officeDocument/2006/relationships/tags" Target="../tags/tag242.xml"/><Relationship Id="rId92" Type="http://schemas.openxmlformats.org/officeDocument/2006/relationships/tags" Target="../tags/tag263.xml"/><Relationship Id="rId2" Type="http://schemas.openxmlformats.org/officeDocument/2006/relationships/tags" Target="../tags/tag173.xml"/><Relationship Id="rId29" Type="http://schemas.openxmlformats.org/officeDocument/2006/relationships/tags" Target="../tags/tag200.xml"/><Relationship Id="rId24" Type="http://schemas.openxmlformats.org/officeDocument/2006/relationships/tags" Target="../tags/tag195.xml"/><Relationship Id="rId40" Type="http://schemas.openxmlformats.org/officeDocument/2006/relationships/tags" Target="../tags/tag211.xml"/><Relationship Id="rId45" Type="http://schemas.openxmlformats.org/officeDocument/2006/relationships/tags" Target="../tags/tag216.xml"/><Relationship Id="rId66" Type="http://schemas.openxmlformats.org/officeDocument/2006/relationships/tags" Target="../tags/tag237.xml"/><Relationship Id="rId87" Type="http://schemas.openxmlformats.org/officeDocument/2006/relationships/tags" Target="../tags/tag258.xml"/><Relationship Id="rId110" Type="http://schemas.openxmlformats.org/officeDocument/2006/relationships/tags" Target="../tags/tag281.xml"/><Relationship Id="rId115" Type="http://schemas.openxmlformats.org/officeDocument/2006/relationships/tags" Target="../tags/tag286.xml"/><Relationship Id="rId61" Type="http://schemas.openxmlformats.org/officeDocument/2006/relationships/tags" Target="../tags/tag232.xml"/><Relationship Id="rId82" Type="http://schemas.openxmlformats.org/officeDocument/2006/relationships/tags" Target="../tags/tag253.xml"/><Relationship Id="rId19" Type="http://schemas.openxmlformats.org/officeDocument/2006/relationships/tags" Target="../tags/tag190.xml"/><Relationship Id="rId14" Type="http://schemas.openxmlformats.org/officeDocument/2006/relationships/tags" Target="../tags/tag185.xml"/><Relationship Id="rId30" Type="http://schemas.openxmlformats.org/officeDocument/2006/relationships/tags" Target="../tags/tag201.xml"/><Relationship Id="rId35" Type="http://schemas.openxmlformats.org/officeDocument/2006/relationships/tags" Target="../tags/tag206.xml"/><Relationship Id="rId56" Type="http://schemas.openxmlformats.org/officeDocument/2006/relationships/tags" Target="../tags/tag227.xml"/><Relationship Id="rId77" Type="http://schemas.openxmlformats.org/officeDocument/2006/relationships/tags" Target="../tags/tag248.xml"/><Relationship Id="rId100" Type="http://schemas.openxmlformats.org/officeDocument/2006/relationships/tags" Target="../tags/tag271.xml"/><Relationship Id="rId105" Type="http://schemas.openxmlformats.org/officeDocument/2006/relationships/tags" Target="../tags/tag276.xml"/><Relationship Id="rId8" Type="http://schemas.openxmlformats.org/officeDocument/2006/relationships/tags" Target="../tags/tag179.xml"/><Relationship Id="rId51" Type="http://schemas.openxmlformats.org/officeDocument/2006/relationships/tags" Target="../tags/tag222.xml"/><Relationship Id="rId72" Type="http://schemas.openxmlformats.org/officeDocument/2006/relationships/tags" Target="../tags/tag243.xml"/><Relationship Id="rId93" Type="http://schemas.openxmlformats.org/officeDocument/2006/relationships/tags" Target="../tags/tag264.xml"/><Relationship Id="rId98" Type="http://schemas.openxmlformats.org/officeDocument/2006/relationships/tags" Target="../tags/tag269.xml"/><Relationship Id="rId3" Type="http://schemas.openxmlformats.org/officeDocument/2006/relationships/tags" Target="../tags/tag174.xml"/><Relationship Id="rId25" Type="http://schemas.openxmlformats.org/officeDocument/2006/relationships/tags" Target="../tags/tag196.xml"/><Relationship Id="rId46" Type="http://schemas.openxmlformats.org/officeDocument/2006/relationships/tags" Target="../tags/tag217.xml"/><Relationship Id="rId67" Type="http://schemas.openxmlformats.org/officeDocument/2006/relationships/tags" Target="../tags/tag238.xml"/><Relationship Id="rId116" Type="http://schemas.openxmlformats.org/officeDocument/2006/relationships/slideLayout" Target="../slideLayouts/slideLayout6.xml"/><Relationship Id="rId20" Type="http://schemas.openxmlformats.org/officeDocument/2006/relationships/tags" Target="../tags/tag191.xml"/><Relationship Id="rId41" Type="http://schemas.openxmlformats.org/officeDocument/2006/relationships/tags" Target="../tags/tag212.xml"/><Relationship Id="rId62" Type="http://schemas.openxmlformats.org/officeDocument/2006/relationships/tags" Target="../tags/tag233.xml"/><Relationship Id="rId83" Type="http://schemas.openxmlformats.org/officeDocument/2006/relationships/tags" Target="../tags/tag254.xml"/><Relationship Id="rId88" Type="http://schemas.openxmlformats.org/officeDocument/2006/relationships/tags" Target="../tags/tag259.xml"/><Relationship Id="rId111" Type="http://schemas.openxmlformats.org/officeDocument/2006/relationships/tags" Target="../tags/tag28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tags" Target="../tags/tag312.xml"/><Relationship Id="rId117" Type="http://schemas.openxmlformats.org/officeDocument/2006/relationships/tags" Target="../tags/tag403.xml"/><Relationship Id="rId21" Type="http://schemas.openxmlformats.org/officeDocument/2006/relationships/tags" Target="../tags/tag307.xml"/><Relationship Id="rId42" Type="http://schemas.openxmlformats.org/officeDocument/2006/relationships/tags" Target="../tags/tag328.xml"/><Relationship Id="rId47" Type="http://schemas.openxmlformats.org/officeDocument/2006/relationships/tags" Target="../tags/tag333.xml"/><Relationship Id="rId63" Type="http://schemas.openxmlformats.org/officeDocument/2006/relationships/tags" Target="../tags/tag349.xml"/><Relationship Id="rId68" Type="http://schemas.openxmlformats.org/officeDocument/2006/relationships/tags" Target="../tags/tag354.xml"/><Relationship Id="rId84" Type="http://schemas.openxmlformats.org/officeDocument/2006/relationships/tags" Target="../tags/tag370.xml"/><Relationship Id="rId89" Type="http://schemas.openxmlformats.org/officeDocument/2006/relationships/tags" Target="../tags/tag375.xml"/><Relationship Id="rId112" Type="http://schemas.openxmlformats.org/officeDocument/2006/relationships/tags" Target="../tags/tag398.xml"/><Relationship Id="rId16" Type="http://schemas.openxmlformats.org/officeDocument/2006/relationships/tags" Target="../tags/tag302.xml"/><Relationship Id="rId107" Type="http://schemas.openxmlformats.org/officeDocument/2006/relationships/tags" Target="../tags/tag393.xml"/><Relationship Id="rId11" Type="http://schemas.openxmlformats.org/officeDocument/2006/relationships/tags" Target="../tags/tag297.xml"/><Relationship Id="rId32" Type="http://schemas.openxmlformats.org/officeDocument/2006/relationships/tags" Target="../tags/tag318.xml"/><Relationship Id="rId37" Type="http://schemas.openxmlformats.org/officeDocument/2006/relationships/tags" Target="../tags/tag323.xml"/><Relationship Id="rId53" Type="http://schemas.openxmlformats.org/officeDocument/2006/relationships/tags" Target="../tags/tag339.xml"/><Relationship Id="rId58" Type="http://schemas.openxmlformats.org/officeDocument/2006/relationships/tags" Target="../tags/tag344.xml"/><Relationship Id="rId74" Type="http://schemas.openxmlformats.org/officeDocument/2006/relationships/tags" Target="../tags/tag360.xml"/><Relationship Id="rId79" Type="http://schemas.openxmlformats.org/officeDocument/2006/relationships/tags" Target="../tags/tag365.xml"/><Relationship Id="rId102" Type="http://schemas.openxmlformats.org/officeDocument/2006/relationships/tags" Target="../tags/tag388.xml"/><Relationship Id="rId5" Type="http://schemas.openxmlformats.org/officeDocument/2006/relationships/tags" Target="../tags/tag291.xml"/><Relationship Id="rId90" Type="http://schemas.openxmlformats.org/officeDocument/2006/relationships/tags" Target="../tags/tag376.xml"/><Relationship Id="rId95" Type="http://schemas.openxmlformats.org/officeDocument/2006/relationships/tags" Target="../tags/tag381.xml"/><Relationship Id="rId22" Type="http://schemas.openxmlformats.org/officeDocument/2006/relationships/tags" Target="../tags/tag308.xml"/><Relationship Id="rId27" Type="http://schemas.openxmlformats.org/officeDocument/2006/relationships/tags" Target="../tags/tag313.xml"/><Relationship Id="rId43" Type="http://schemas.openxmlformats.org/officeDocument/2006/relationships/tags" Target="../tags/tag329.xml"/><Relationship Id="rId48" Type="http://schemas.openxmlformats.org/officeDocument/2006/relationships/tags" Target="../tags/tag334.xml"/><Relationship Id="rId64" Type="http://schemas.openxmlformats.org/officeDocument/2006/relationships/tags" Target="../tags/tag350.xml"/><Relationship Id="rId69" Type="http://schemas.openxmlformats.org/officeDocument/2006/relationships/tags" Target="../tags/tag355.xml"/><Relationship Id="rId113" Type="http://schemas.openxmlformats.org/officeDocument/2006/relationships/tags" Target="../tags/tag399.xml"/><Relationship Id="rId118" Type="http://schemas.openxmlformats.org/officeDocument/2006/relationships/tags" Target="../tags/tag404.xml"/><Relationship Id="rId80" Type="http://schemas.openxmlformats.org/officeDocument/2006/relationships/tags" Target="../tags/tag366.xml"/><Relationship Id="rId85" Type="http://schemas.openxmlformats.org/officeDocument/2006/relationships/tags" Target="../tags/tag371.xml"/><Relationship Id="rId12" Type="http://schemas.openxmlformats.org/officeDocument/2006/relationships/tags" Target="../tags/tag298.xml"/><Relationship Id="rId17" Type="http://schemas.openxmlformats.org/officeDocument/2006/relationships/tags" Target="../tags/tag303.xml"/><Relationship Id="rId33" Type="http://schemas.openxmlformats.org/officeDocument/2006/relationships/tags" Target="../tags/tag319.xml"/><Relationship Id="rId38" Type="http://schemas.openxmlformats.org/officeDocument/2006/relationships/tags" Target="../tags/tag324.xml"/><Relationship Id="rId59" Type="http://schemas.openxmlformats.org/officeDocument/2006/relationships/tags" Target="../tags/tag345.xml"/><Relationship Id="rId103" Type="http://schemas.openxmlformats.org/officeDocument/2006/relationships/tags" Target="../tags/tag389.xml"/><Relationship Id="rId108" Type="http://schemas.openxmlformats.org/officeDocument/2006/relationships/tags" Target="../tags/tag394.xml"/><Relationship Id="rId54" Type="http://schemas.openxmlformats.org/officeDocument/2006/relationships/tags" Target="../tags/tag340.xml"/><Relationship Id="rId70" Type="http://schemas.openxmlformats.org/officeDocument/2006/relationships/tags" Target="../tags/tag356.xml"/><Relationship Id="rId75" Type="http://schemas.openxmlformats.org/officeDocument/2006/relationships/tags" Target="../tags/tag361.xml"/><Relationship Id="rId91" Type="http://schemas.openxmlformats.org/officeDocument/2006/relationships/tags" Target="../tags/tag377.xml"/><Relationship Id="rId96" Type="http://schemas.openxmlformats.org/officeDocument/2006/relationships/tags" Target="../tags/tag382.xml"/><Relationship Id="rId1" Type="http://schemas.openxmlformats.org/officeDocument/2006/relationships/tags" Target="../tags/tag287.xml"/><Relationship Id="rId6" Type="http://schemas.openxmlformats.org/officeDocument/2006/relationships/tags" Target="../tags/tag292.xml"/><Relationship Id="rId23" Type="http://schemas.openxmlformats.org/officeDocument/2006/relationships/tags" Target="../tags/tag309.xml"/><Relationship Id="rId28" Type="http://schemas.openxmlformats.org/officeDocument/2006/relationships/tags" Target="../tags/tag314.xml"/><Relationship Id="rId49" Type="http://schemas.openxmlformats.org/officeDocument/2006/relationships/tags" Target="../tags/tag335.xml"/><Relationship Id="rId114" Type="http://schemas.openxmlformats.org/officeDocument/2006/relationships/tags" Target="../tags/tag400.xml"/><Relationship Id="rId119" Type="http://schemas.openxmlformats.org/officeDocument/2006/relationships/slideLayout" Target="../slideLayouts/slideLayout6.xml"/><Relationship Id="rId10" Type="http://schemas.openxmlformats.org/officeDocument/2006/relationships/tags" Target="../tags/tag296.xml"/><Relationship Id="rId31" Type="http://schemas.openxmlformats.org/officeDocument/2006/relationships/tags" Target="../tags/tag317.xml"/><Relationship Id="rId44" Type="http://schemas.openxmlformats.org/officeDocument/2006/relationships/tags" Target="../tags/tag330.xml"/><Relationship Id="rId52" Type="http://schemas.openxmlformats.org/officeDocument/2006/relationships/tags" Target="../tags/tag338.xml"/><Relationship Id="rId60" Type="http://schemas.openxmlformats.org/officeDocument/2006/relationships/tags" Target="../tags/tag346.xml"/><Relationship Id="rId65" Type="http://schemas.openxmlformats.org/officeDocument/2006/relationships/tags" Target="../tags/tag351.xml"/><Relationship Id="rId73" Type="http://schemas.openxmlformats.org/officeDocument/2006/relationships/tags" Target="../tags/tag359.xml"/><Relationship Id="rId78" Type="http://schemas.openxmlformats.org/officeDocument/2006/relationships/tags" Target="../tags/tag364.xml"/><Relationship Id="rId81" Type="http://schemas.openxmlformats.org/officeDocument/2006/relationships/tags" Target="../tags/tag367.xml"/><Relationship Id="rId86" Type="http://schemas.openxmlformats.org/officeDocument/2006/relationships/tags" Target="../tags/tag372.xml"/><Relationship Id="rId94" Type="http://schemas.openxmlformats.org/officeDocument/2006/relationships/tags" Target="../tags/tag380.xml"/><Relationship Id="rId99" Type="http://schemas.openxmlformats.org/officeDocument/2006/relationships/tags" Target="../tags/tag385.xml"/><Relationship Id="rId101" Type="http://schemas.openxmlformats.org/officeDocument/2006/relationships/tags" Target="../tags/tag387.xml"/><Relationship Id="rId4" Type="http://schemas.openxmlformats.org/officeDocument/2006/relationships/tags" Target="../tags/tag290.xml"/><Relationship Id="rId9" Type="http://schemas.openxmlformats.org/officeDocument/2006/relationships/tags" Target="../tags/tag295.xml"/><Relationship Id="rId13" Type="http://schemas.openxmlformats.org/officeDocument/2006/relationships/tags" Target="../tags/tag299.xml"/><Relationship Id="rId18" Type="http://schemas.openxmlformats.org/officeDocument/2006/relationships/tags" Target="../tags/tag304.xml"/><Relationship Id="rId39" Type="http://schemas.openxmlformats.org/officeDocument/2006/relationships/tags" Target="../tags/tag325.xml"/><Relationship Id="rId109" Type="http://schemas.openxmlformats.org/officeDocument/2006/relationships/tags" Target="../tags/tag395.xml"/><Relationship Id="rId34" Type="http://schemas.openxmlformats.org/officeDocument/2006/relationships/tags" Target="../tags/tag320.xml"/><Relationship Id="rId50" Type="http://schemas.openxmlformats.org/officeDocument/2006/relationships/tags" Target="../tags/tag336.xml"/><Relationship Id="rId55" Type="http://schemas.openxmlformats.org/officeDocument/2006/relationships/tags" Target="../tags/tag341.xml"/><Relationship Id="rId76" Type="http://schemas.openxmlformats.org/officeDocument/2006/relationships/tags" Target="../tags/tag362.xml"/><Relationship Id="rId97" Type="http://schemas.openxmlformats.org/officeDocument/2006/relationships/tags" Target="../tags/tag383.xml"/><Relationship Id="rId104" Type="http://schemas.openxmlformats.org/officeDocument/2006/relationships/tags" Target="../tags/tag390.xml"/><Relationship Id="rId7" Type="http://schemas.openxmlformats.org/officeDocument/2006/relationships/tags" Target="../tags/tag293.xml"/><Relationship Id="rId71" Type="http://schemas.openxmlformats.org/officeDocument/2006/relationships/tags" Target="../tags/tag357.xml"/><Relationship Id="rId92" Type="http://schemas.openxmlformats.org/officeDocument/2006/relationships/tags" Target="../tags/tag378.xml"/><Relationship Id="rId2" Type="http://schemas.openxmlformats.org/officeDocument/2006/relationships/tags" Target="../tags/tag288.xml"/><Relationship Id="rId29" Type="http://schemas.openxmlformats.org/officeDocument/2006/relationships/tags" Target="../tags/tag315.xml"/><Relationship Id="rId24" Type="http://schemas.openxmlformats.org/officeDocument/2006/relationships/tags" Target="../tags/tag310.xml"/><Relationship Id="rId40" Type="http://schemas.openxmlformats.org/officeDocument/2006/relationships/tags" Target="../tags/tag326.xml"/><Relationship Id="rId45" Type="http://schemas.openxmlformats.org/officeDocument/2006/relationships/tags" Target="../tags/tag331.xml"/><Relationship Id="rId66" Type="http://schemas.openxmlformats.org/officeDocument/2006/relationships/tags" Target="../tags/tag352.xml"/><Relationship Id="rId87" Type="http://schemas.openxmlformats.org/officeDocument/2006/relationships/tags" Target="../tags/tag373.xml"/><Relationship Id="rId110" Type="http://schemas.openxmlformats.org/officeDocument/2006/relationships/tags" Target="../tags/tag396.xml"/><Relationship Id="rId115" Type="http://schemas.openxmlformats.org/officeDocument/2006/relationships/tags" Target="../tags/tag401.xml"/><Relationship Id="rId61" Type="http://schemas.openxmlformats.org/officeDocument/2006/relationships/tags" Target="../tags/tag347.xml"/><Relationship Id="rId82" Type="http://schemas.openxmlformats.org/officeDocument/2006/relationships/tags" Target="../tags/tag368.xml"/><Relationship Id="rId19" Type="http://schemas.openxmlformats.org/officeDocument/2006/relationships/tags" Target="../tags/tag305.xml"/><Relationship Id="rId14" Type="http://schemas.openxmlformats.org/officeDocument/2006/relationships/tags" Target="../tags/tag300.xml"/><Relationship Id="rId30" Type="http://schemas.openxmlformats.org/officeDocument/2006/relationships/tags" Target="../tags/tag316.xml"/><Relationship Id="rId35" Type="http://schemas.openxmlformats.org/officeDocument/2006/relationships/tags" Target="../tags/tag321.xml"/><Relationship Id="rId56" Type="http://schemas.openxmlformats.org/officeDocument/2006/relationships/tags" Target="../tags/tag342.xml"/><Relationship Id="rId77" Type="http://schemas.openxmlformats.org/officeDocument/2006/relationships/tags" Target="../tags/tag363.xml"/><Relationship Id="rId100" Type="http://schemas.openxmlformats.org/officeDocument/2006/relationships/tags" Target="../tags/tag386.xml"/><Relationship Id="rId105" Type="http://schemas.openxmlformats.org/officeDocument/2006/relationships/tags" Target="../tags/tag391.xml"/><Relationship Id="rId8" Type="http://schemas.openxmlformats.org/officeDocument/2006/relationships/tags" Target="../tags/tag294.xml"/><Relationship Id="rId51" Type="http://schemas.openxmlformats.org/officeDocument/2006/relationships/tags" Target="../tags/tag337.xml"/><Relationship Id="rId72" Type="http://schemas.openxmlformats.org/officeDocument/2006/relationships/tags" Target="../tags/tag358.xml"/><Relationship Id="rId93" Type="http://schemas.openxmlformats.org/officeDocument/2006/relationships/tags" Target="../tags/tag379.xml"/><Relationship Id="rId98" Type="http://schemas.openxmlformats.org/officeDocument/2006/relationships/tags" Target="../tags/tag384.xml"/><Relationship Id="rId3" Type="http://schemas.openxmlformats.org/officeDocument/2006/relationships/tags" Target="../tags/tag289.xml"/><Relationship Id="rId25" Type="http://schemas.openxmlformats.org/officeDocument/2006/relationships/tags" Target="../tags/tag311.xml"/><Relationship Id="rId46" Type="http://schemas.openxmlformats.org/officeDocument/2006/relationships/tags" Target="../tags/tag332.xml"/><Relationship Id="rId67" Type="http://schemas.openxmlformats.org/officeDocument/2006/relationships/tags" Target="../tags/tag353.xml"/><Relationship Id="rId116" Type="http://schemas.openxmlformats.org/officeDocument/2006/relationships/tags" Target="../tags/tag402.xml"/><Relationship Id="rId20" Type="http://schemas.openxmlformats.org/officeDocument/2006/relationships/tags" Target="../tags/tag306.xml"/><Relationship Id="rId41" Type="http://schemas.openxmlformats.org/officeDocument/2006/relationships/tags" Target="../tags/tag327.xml"/><Relationship Id="rId62" Type="http://schemas.openxmlformats.org/officeDocument/2006/relationships/tags" Target="../tags/tag348.xml"/><Relationship Id="rId83" Type="http://schemas.openxmlformats.org/officeDocument/2006/relationships/tags" Target="../tags/tag369.xml"/><Relationship Id="rId88" Type="http://schemas.openxmlformats.org/officeDocument/2006/relationships/tags" Target="../tags/tag374.xml"/><Relationship Id="rId111" Type="http://schemas.openxmlformats.org/officeDocument/2006/relationships/tags" Target="../tags/tag397.xml"/><Relationship Id="rId15" Type="http://schemas.openxmlformats.org/officeDocument/2006/relationships/tags" Target="../tags/tag301.xml"/><Relationship Id="rId36" Type="http://schemas.openxmlformats.org/officeDocument/2006/relationships/tags" Target="../tags/tag322.xml"/><Relationship Id="rId57" Type="http://schemas.openxmlformats.org/officeDocument/2006/relationships/tags" Target="../tags/tag343.xml"/><Relationship Id="rId106" Type="http://schemas.openxmlformats.org/officeDocument/2006/relationships/tags" Target="../tags/tag392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430.xml"/><Relationship Id="rId21" Type="http://schemas.openxmlformats.org/officeDocument/2006/relationships/tags" Target="../tags/tag425.xml"/><Relationship Id="rId42" Type="http://schemas.openxmlformats.org/officeDocument/2006/relationships/tags" Target="../tags/tag446.xml"/><Relationship Id="rId47" Type="http://schemas.openxmlformats.org/officeDocument/2006/relationships/tags" Target="../tags/tag451.xml"/><Relationship Id="rId63" Type="http://schemas.openxmlformats.org/officeDocument/2006/relationships/tags" Target="../tags/tag467.xml"/><Relationship Id="rId68" Type="http://schemas.openxmlformats.org/officeDocument/2006/relationships/tags" Target="../tags/tag472.xml"/><Relationship Id="rId84" Type="http://schemas.openxmlformats.org/officeDocument/2006/relationships/tags" Target="../tags/tag488.xml"/><Relationship Id="rId89" Type="http://schemas.openxmlformats.org/officeDocument/2006/relationships/tags" Target="../tags/tag493.xml"/><Relationship Id="rId16" Type="http://schemas.openxmlformats.org/officeDocument/2006/relationships/tags" Target="../tags/tag420.xml"/><Relationship Id="rId11" Type="http://schemas.openxmlformats.org/officeDocument/2006/relationships/tags" Target="../tags/tag415.xml"/><Relationship Id="rId32" Type="http://schemas.openxmlformats.org/officeDocument/2006/relationships/tags" Target="../tags/tag436.xml"/><Relationship Id="rId37" Type="http://schemas.openxmlformats.org/officeDocument/2006/relationships/tags" Target="../tags/tag441.xml"/><Relationship Id="rId53" Type="http://schemas.openxmlformats.org/officeDocument/2006/relationships/tags" Target="../tags/tag457.xml"/><Relationship Id="rId58" Type="http://schemas.openxmlformats.org/officeDocument/2006/relationships/tags" Target="../tags/tag462.xml"/><Relationship Id="rId74" Type="http://schemas.openxmlformats.org/officeDocument/2006/relationships/tags" Target="../tags/tag478.xml"/><Relationship Id="rId79" Type="http://schemas.openxmlformats.org/officeDocument/2006/relationships/tags" Target="../tags/tag483.xml"/><Relationship Id="rId102" Type="http://schemas.openxmlformats.org/officeDocument/2006/relationships/slideLayout" Target="../slideLayouts/slideLayout6.xml"/><Relationship Id="rId5" Type="http://schemas.openxmlformats.org/officeDocument/2006/relationships/tags" Target="../tags/tag409.xml"/><Relationship Id="rId90" Type="http://schemas.openxmlformats.org/officeDocument/2006/relationships/tags" Target="../tags/tag494.xml"/><Relationship Id="rId95" Type="http://schemas.openxmlformats.org/officeDocument/2006/relationships/tags" Target="../tags/tag499.xml"/><Relationship Id="rId22" Type="http://schemas.openxmlformats.org/officeDocument/2006/relationships/tags" Target="../tags/tag426.xml"/><Relationship Id="rId27" Type="http://schemas.openxmlformats.org/officeDocument/2006/relationships/tags" Target="../tags/tag431.xml"/><Relationship Id="rId43" Type="http://schemas.openxmlformats.org/officeDocument/2006/relationships/tags" Target="../tags/tag447.xml"/><Relationship Id="rId48" Type="http://schemas.openxmlformats.org/officeDocument/2006/relationships/tags" Target="../tags/tag452.xml"/><Relationship Id="rId64" Type="http://schemas.openxmlformats.org/officeDocument/2006/relationships/tags" Target="../tags/tag468.xml"/><Relationship Id="rId69" Type="http://schemas.openxmlformats.org/officeDocument/2006/relationships/tags" Target="../tags/tag473.xml"/><Relationship Id="rId80" Type="http://schemas.openxmlformats.org/officeDocument/2006/relationships/tags" Target="../tags/tag484.xml"/><Relationship Id="rId85" Type="http://schemas.openxmlformats.org/officeDocument/2006/relationships/tags" Target="../tags/tag489.xml"/><Relationship Id="rId12" Type="http://schemas.openxmlformats.org/officeDocument/2006/relationships/tags" Target="../tags/tag416.xml"/><Relationship Id="rId17" Type="http://schemas.openxmlformats.org/officeDocument/2006/relationships/tags" Target="../tags/tag421.xml"/><Relationship Id="rId25" Type="http://schemas.openxmlformats.org/officeDocument/2006/relationships/tags" Target="../tags/tag429.xml"/><Relationship Id="rId33" Type="http://schemas.openxmlformats.org/officeDocument/2006/relationships/tags" Target="../tags/tag437.xml"/><Relationship Id="rId38" Type="http://schemas.openxmlformats.org/officeDocument/2006/relationships/tags" Target="../tags/tag442.xml"/><Relationship Id="rId46" Type="http://schemas.openxmlformats.org/officeDocument/2006/relationships/tags" Target="../tags/tag450.xml"/><Relationship Id="rId59" Type="http://schemas.openxmlformats.org/officeDocument/2006/relationships/tags" Target="../tags/tag463.xml"/><Relationship Id="rId67" Type="http://schemas.openxmlformats.org/officeDocument/2006/relationships/tags" Target="../tags/tag471.xml"/><Relationship Id="rId20" Type="http://schemas.openxmlformats.org/officeDocument/2006/relationships/tags" Target="../tags/tag424.xml"/><Relationship Id="rId41" Type="http://schemas.openxmlformats.org/officeDocument/2006/relationships/tags" Target="../tags/tag445.xml"/><Relationship Id="rId54" Type="http://schemas.openxmlformats.org/officeDocument/2006/relationships/tags" Target="../tags/tag458.xml"/><Relationship Id="rId62" Type="http://schemas.openxmlformats.org/officeDocument/2006/relationships/tags" Target="../tags/tag466.xml"/><Relationship Id="rId70" Type="http://schemas.openxmlformats.org/officeDocument/2006/relationships/tags" Target="../tags/tag474.xml"/><Relationship Id="rId75" Type="http://schemas.openxmlformats.org/officeDocument/2006/relationships/tags" Target="../tags/tag479.xml"/><Relationship Id="rId83" Type="http://schemas.openxmlformats.org/officeDocument/2006/relationships/tags" Target="../tags/tag487.xml"/><Relationship Id="rId88" Type="http://schemas.openxmlformats.org/officeDocument/2006/relationships/tags" Target="../tags/tag492.xml"/><Relationship Id="rId91" Type="http://schemas.openxmlformats.org/officeDocument/2006/relationships/tags" Target="../tags/tag495.xml"/><Relationship Id="rId96" Type="http://schemas.openxmlformats.org/officeDocument/2006/relationships/tags" Target="../tags/tag500.xml"/><Relationship Id="rId1" Type="http://schemas.openxmlformats.org/officeDocument/2006/relationships/tags" Target="../tags/tag405.xml"/><Relationship Id="rId6" Type="http://schemas.openxmlformats.org/officeDocument/2006/relationships/tags" Target="../tags/tag410.xml"/><Relationship Id="rId15" Type="http://schemas.openxmlformats.org/officeDocument/2006/relationships/tags" Target="../tags/tag419.xml"/><Relationship Id="rId23" Type="http://schemas.openxmlformats.org/officeDocument/2006/relationships/tags" Target="../tags/tag427.xml"/><Relationship Id="rId28" Type="http://schemas.openxmlformats.org/officeDocument/2006/relationships/tags" Target="../tags/tag432.xml"/><Relationship Id="rId36" Type="http://schemas.openxmlformats.org/officeDocument/2006/relationships/tags" Target="../tags/tag440.xml"/><Relationship Id="rId49" Type="http://schemas.openxmlformats.org/officeDocument/2006/relationships/tags" Target="../tags/tag453.xml"/><Relationship Id="rId57" Type="http://schemas.openxmlformats.org/officeDocument/2006/relationships/tags" Target="../tags/tag461.xml"/><Relationship Id="rId10" Type="http://schemas.openxmlformats.org/officeDocument/2006/relationships/tags" Target="../tags/tag414.xml"/><Relationship Id="rId31" Type="http://schemas.openxmlformats.org/officeDocument/2006/relationships/tags" Target="../tags/tag435.xml"/><Relationship Id="rId44" Type="http://schemas.openxmlformats.org/officeDocument/2006/relationships/tags" Target="../tags/tag448.xml"/><Relationship Id="rId52" Type="http://schemas.openxmlformats.org/officeDocument/2006/relationships/tags" Target="../tags/tag456.xml"/><Relationship Id="rId60" Type="http://schemas.openxmlformats.org/officeDocument/2006/relationships/tags" Target="../tags/tag464.xml"/><Relationship Id="rId65" Type="http://schemas.openxmlformats.org/officeDocument/2006/relationships/tags" Target="../tags/tag469.xml"/><Relationship Id="rId73" Type="http://schemas.openxmlformats.org/officeDocument/2006/relationships/tags" Target="../tags/tag477.xml"/><Relationship Id="rId78" Type="http://schemas.openxmlformats.org/officeDocument/2006/relationships/tags" Target="../tags/tag482.xml"/><Relationship Id="rId81" Type="http://schemas.openxmlformats.org/officeDocument/2006/relationships/tags" Target="../tags/tag485.xml"/><Relationship Id="rId86" Type="http://schemas.openxmlformats.org/officeDocument/2006/relationships/tags" Target="../tags/tag490.xml"/><Relationship Id="rId94" Type="http://schemas.openxmlformats.org/officeDocument/2006/relationships/tags" Target="../tags/tag498.xml"/><Relationship Id="rId99" Type="http://schemas.openxmlformats.org/officeDocument/2006/relationships/tags" Target="../tags/tag503.xml"/><Relationship Id="rId101" Type="http://schemas.openxmlformats.org/officeDocument/2006/relationships/tags" Target="../tags/tag505.xml"/><Relationship Id="rId4" Type="http://schemas.openxmlformats.org/officeDocument/2006/relationships/tags" Target="../tags/tag408.xml"/><Relationship Id="rId9" Type="http://schemas.openxmlformats.org/officeDocument/2006/relationships/tags" Target="../tags/tag413.xml"/><Relationship Id="rId13" Type="http://schemas.openxmlformats.org/officeDocument/2006/relationships/tags" Target="../tags/tag417.xml"/><Relationship Id="rId18" Type="http://schemas.openxmlformats.org/officeDocument/2006/relationships/tags" Target="../tags/tag422.xml"/><Relationship Id="rId39" Type="http://schemas.openxmlformats.org/officeDocument/2006/relationships/tags" Target="../tags/tag443.xml"/><Relationship Id="rId34" Type="http://schemas.openxmlformats.org/officeDocument/2006/relationships/tags" Target="../tags/tag438.xml"/><Relationship Id="rId50" Type="http://schemas.openxmlformats.org/officeDocument/2006/relationships/tags" Target="../tags/tag454.xml"/><Relationship Id="rId55" Type="http://schemas.openxmlformats.org/officeDocument/2006/relationships/tags" Target="../tags/tag459.xml"/><Relationship Id="rId76" Type="http://schemas.openxmlformats.org/officeDocument/2006/relationships/tags" Target="../tags/tag480.xml"/><Relationship Id="rId97" Type="http://schemas.openxmlformats.org/officeDocument/2006/relationships/tags" Target="../tags/tag501.xml"/><Relationship Id="rId7" Type="http://schemas.openxmlformats.org/officeDocument/2006/relationships/tags" Target="../tags/tag411.xml"/><Relationship Id="rId71" Type="http://schemas.openxmlformats.org/officeDocument/2006/relationships/tags" Target="../tags/tag475.xml"/><Relationship Id="rId92" Type="http://schemas.openxmlformats.org/officeDocument/2006/relationships/tags" Target="../tags/tag496.xml"/><Relationship Id="rId2" Type="http://schemas.openxmlformats.org/officeDocument/2006/relationships/tags" Target="../tags/tag406.xml"/><Relationship Id="rId29" Type="http://schemas.openxmlformats.org/officeDocument/2006/relationships/tags" Target="../tags/tag433.xml"/><Relationship Id="rId24" Type="http://schemas.openxmlformats.org/officeDocument/2006/relationships/tags" Target="../tags/tag428.xml"/><Relationship Id="rId40" Type="http://schemas.openxmlformats.org/officeDocument/2006/relationships/tags" Target="../tags/tag444.xml"/><Relationship Id="rId45" Type="http://schemas.openxmlformats.org/officeDocument/2006/relationships/tags" Target="../tags/tag449.xml"/><Relationship Id="rId66" Type="http://schemas.openxmlformats.org/officeDocument/2006/relationships/tags" Target="../tags/tag470.xml"/><Relationship Id="rId87" Type="http://schemas.openxmlformats.org/officeDocument/2006/relationships/tags" Target="../tags/tag491.xml"/><Relationship Id="rId61" Type="http://schemas.openxmlformats.org/officeDocument/2006/relationships/tags" Target="../tags/tag465.xml"/><Relationship Id="rId82" Type="http://schemas.openxmlformats.org/officeDocument/2006/relationships/tags" Target="../tags/tag486.xml"/><Relationship Id="rId19" Type="http://schemas.openxmlformats.org/officeDocument/2006/relationships/tags" Target="../tags/tag423.xml"/><Relationship Id="rId14" Type="http://schemas.openxmlformats.org/officeDocument/2006/relationships/tags" Target="../tags/tag418.xml"/><Relationship Id="rId30" Type="http://schemas.openxmlformats.org/officeDocument/2006/relationships/tags" Target="../tags/tag434.xml"/><Relationship Id="rId35" Type="http://schemas.openxmlformats.org/officeDocument/2006/relationships/tags" Target="../tags/tag439.xml"/><Relationship Id="rId56" Type="http://schemas.openxmlformats.org/officeDocument/2006/relationships/tags" Target="../tags/tag460.xml"/><Relationship Id="rId77" Type="http://schemas.openxmlformats.org/officeDocument/2006/relationships/tags" Target="../tags/tag481.xml"/><Relationship Id="rId100" Type="http://schemas.openxmlformats.org/officeDocument/2006/relationships/tags" Target="../tags/tag504.xml"/><Relationship Id="rId8" Type="http://schemas.openxmlformats.org/officeDocument/2006/relationships/tags" Target="../tags/tag412.xml"/><Relationship Id="rId51" Type="http://schemas.openxmlformats.org/officeDocument/2006/relationships/tags" Target="../tags/tag455.xml"/><Relationship Id="rId72" Type="http://schemas.openxmlformats.org/officeDocument/2006/relationships/tags" Target="../tags/tag476.xml"/><Relationship Id="rId93" Type="http://schemas.openxmlformats.org/officeDocument/2006/relationships/tags" Target="../tags/tag497.xml"/><Relationship Id="rId98" Type="http://schemas.openxmlformats.org/officeDocument/2006/relationships/tags" Target="../tags/tag502.xml"/><Relationship Id="rId3" Type="http://schemas.openxmlformats.org/officeDocument/2006/relationships/tags" Target="../tags/tag407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531.xml"/><Relationship Id="rId21" Type="http://schemas.openxmlformats.org/officeDocument/2006/relationships/tags" Target="../tags/tag526.xml"/><Relationship Id="rId42" Type="http://schemas.openxmlformats.org/officeDocument/2006/relationships/tags" Target="../tags/tag547.xml"/><Relationship Id="rId47" Type="http://schemas.openxmlformats.org/officeDocument/2006/relationships/tags" Target="../tags/tag552.xml"/><Relationship Id="rId63" Type="http://schemas.openxmlformats.org/officeDocument/2006/relationships/tags" Target="../tags/tag568.xml"/><Relationship Id="rId68" Type="http://schemas.openxmlformats.org/officeDocument/2006/relationships/tags" Target="../tags/tag573.xml"/><Relationship Id="rId16" Type="http://schemas.openxmlformats.org/officeDocument/2006/relationships/tags" Target="../tags/tag521.xml"/><Relationship Id="rId11" Type="http://schemas.openxmlformats.org/officeDocument/2006/relationships/tags" Target="../tags/tag516.xml"/><Relationship Id="rId24" Type="http://schemas.openxmlformats.org/officeDocument/2006/relationships/tags" Target="../tags/tag529.xml"/><Relationship Id="rId32" Type="http://schemas.openxmlformats.org/officeDocument/2006/relationships/tags" Target="../tags/tag537.xml"/><Relationship Id="rId37" Type="http://schemas.openxmlformats.org/officeDocument/2006/relationships/tags" Target="../tags/tag542.xml"/><Relationship Id="rId40" Type="http://schemas.openxmlformats.org/officeDocument/2006/relationships/tags" Target="../tags/tag545.xml"/><Relationship Id="rId45" Type="http://schemas.openxmlformats.org/officeDocument/2006/relationships/tags" Target="../tags/tag550.xml"/><Relationship Id="rId53" Type="http://schemas.openxmlformats.org/officeDocument/2006/relationships/tags" Target="../tags/tag558.xml"/><Relationship Id="rId58" Type="http://schemas.openxmlformats.org/officeDocument/2006/relationships/tags" Target="../tags/tag563.xml"/><Relationship Id="rId66" Type="http://schemas.openxmlformats.org/officeDocument/2006/relationships/tags" Target="../tags/tag571.xml"/><Relationship Id="rId74" Type="http://schemas.openxmlformats.org/officeDocument/2006/relationships/tags" Target="../tags/tag579.xml"/><Relationship Id="rId79" Type="http://schemas.openxmlformats.org/officeDocument/2006/relationships/slideLayout" Target="../slideLayouts/slideLayout6.xml"/><Relationship Id="rId5" Type="http://schemas.openxmlformats.org/officeDocument/2006/relationships/tags" Target="../tags/tag510.xml"/><Relationship Id="rId61" Type="http://schemas.openxmlformats.org/officeDocument/2006/relationships/tags" Target="../tags/tag566.xml"/><Relationship Id="rId19" Type="http://schemas.openxmlformats.org/officeDocument/2006/relationships/tags" Target="../tags/tag524.xml"/><Relationship Id="rId14" Type="http://schemas.openxmlformats.org/officeDocument/2006/relationships/tags" Target="../tags/tag519.xml"/><Relationship Id="rId22" Type="http://schemas.openxmlformats.org/officeDocument/2006/relationships/tags" Target="../tags/tag527.xml"/><Relationship Id="rId27" Type="http://schemas.openxmlformats.org/officeDocument/2006/relationships/tags" Target="../tags/tag532.xml"/><Relationship Id="rId30" Type="http://schemas.openxmlformats.org/officeDocument/2006/relationships/tags" Target="../tags/tag535.xml"/><Relationship Id="rId35" Type="http://schemas.openxmlformats.org/officeDocument/2006/relationships/tags" Target="../tags/tag540.xml"/><Relationship Id="rId43" Type="http://schemas.openxmlformats.org/officeDocument/2006/relationships/tags" Target="../tags/tag548.xml"/><Relationship Id="rId48" Type="http://schemas.openxmlformats.org/officeDocument/2006/relationships/tags" Target="../tags/tag553.xml"/><Relationship Id="rId56" Type="http://schemas.openxmlformats.org/officeDocument/2006/relationships/tags" Target="../tags/tag561.xml"/><Relationship Id="rId64" Type="http://schemas.openxmlformats.org/officeDocument/2006/relationships/tags" Target="../tags/tag569.xml"/><Relationship Id="rId69" Type="http://schemas.openxmlformats.org/officeDocument/2006/relationships/tags" Target="../tags/tag574.xml"/><Relationship Id="rId77" Type="http://schemas.openxmlformats.org/officeDocument/2006/relationships/tags" Target="../tags/tag582.xml"/><Relationship Id="rId8" Type="http://schemas.openxmlformats.org/officeDocument/2006/relationships/tags" Target="../tags/tag513.xml"/><Relationship Id="rId51" Type="http://schemas.openxmlformats.org/officeDocument/2006/relationships/tags" Target="../tags/tag556.xml"/><Relationship Id="rId72" Type="http://schemas.openxmlformats.org/officeDocument/2006/relationships/tags" Target="../tags/tag577.xml"/><Relationship Id="rId3" Type="http://schemas.openxmlformats.org/officeDocument/2006/relationships/tags" Target="../tags/tag508.xml"/><Relationship Id="rId12" Type="http://schemas.openxmlformats.org/officeDocument/2006/relationships/tags" Target="../tags/tag517.xml"/><Relationship Id="rId17" Type="http://schemas.openxmlformats.org/officeDocument/2006/relationships/tags" Target="../tags/tag522.xml"/><Relationship Id="rId25" Type="http://schemas.openxmlformats.org/officeDocument/2006/relationships/tags" Target="../tags/tag530.xml"/><Relationship Id="rId33" Type="http://schemas.openxmlformats.org/officeDocument/2006/relationships/tags" Target="../tags/tag538.xml"/><Relationship Id="rId38" Type="http://schemas.openxmlformats.org/officeDocument/2006/relationships/tags" Target="../tags/tag543.xml"/><Relationship Id="rId46" Type="http://schemas.openxmlformats.org/officeDocument/2006/relationships/tags" Target="../tags/tag551.xml"/><Relationship Id="rId59" Type="http://schemas.openxmlformats.org/officeDocument/2006/relationships/tags" Target="../tags/tag564.xml"/><Relationship Id="rId67" Type="http://schemas.openxmlformats.org/officeDocument/2006/relationships/tags" Target="../tags/tag572.xml"/><Relationship Id="rId20" Type="http://schemas.openxmlformats.org/officeDocument/2006/relationships/tags" Target="../tags/tag525.xml"/><Relationship Id="rId41" Type="http://schemas.openxmlformats.org/officeDocument/2006/relationships/tags" Target="../tags/tag546.xml"/><Relationship Id="rId54" Type="http://schemas.openxmlformats.org/officeDocument/2006/relationships/tags" Target="../tags/tag559.xml"/><Relationship Id="rId62" Type="http://schemas.openxmlformats.org/officeDocument/2006/relationships/tags" Target="../tags/tag567.xml"/><Relationship Id="rId70" Type="http://schemas.openxmlformats.org/officeDocument/2006/relationships/tags" Target="../tags/tag575.xml"/><Relationship Id="rId75" Type="http://schemas.openxmlformats.org/officeDocument/2006/relationships/tags" Target="../tags/tag580.xml"/><Relationship Id="rId1" Type="http://schemas.openxmlformats.org/officeDocument/2006/relationships/tags" Target="../tags/tag506.xml"/><Relationship Id="rId6" Type="http://schemas.openxmlformats.org/officeDocument/2006/relationships/tags" Target="../tags/tag511.xml"/><Relationship Id="rId15" Type="http://schemas.openxmlformats.org/officeDocument/2006/relationships/tags" Target="../tags/tag520.xml"/><Relationship Id="rId23" Type="http://schemas.openxmlformats.org/officeDocument/2006/relationships/tags" Target="../tags/tag528.xml"/><Relationship Id="rId28" Type="http://schemas.openxmlformats.org/officeDocument/2006/relationships/tags" Target="../tags/tag533.xml"/><Relationship Id="rId36" Type="http://schemas.openxmlformats.org/officeDocument/2006/relationships/tags" Target="../tags/tag541.xml"/><Relationship Id="rId49" Type="http://schemas.openxmlformats.org/officeDocument/2006/relationships/tags" Target="../tags/tag554.xml"/><Relationship Id="rId57" Type="http://schemas.openxmlformats.org/officeDocument/2006/relationships/tags" Target="../tags/tag562.xml"/><Relationship Id="rId10" Type="http://schemas.openxmlformats.org/officeDocument/2006/relationships/tags" Target="../tags/tag515.xml"/><Relationship Id="rId31" Type="http://schemas.openxmlformats.org/officeDocument/2006/relationships/tags" Target="../tags/tag536.xml"/><Relationship Id="rId44" Type="http://schemas.openxmlformats.org/officeDocument/2006/relationships/tags" Target="../tags/tag549.xml"/><Relationship Id="rId52" Type="http://schemas.openxmlformats.org/officeDocument/2006/relationships/tags" Target="../tags/tag557.xml"/><Relationship Id="rId60" Type="http://schemas.openxmlformats.org/officeDocument/2006/relationships/tags" Target="../tags/tag565.xml"/><Relationship Id="rId65" Type="http://schemas.openxmlformats.org/officeDocument/2006/relationships/tags" Target="../tags/tag570.xml"/><Relationship Id="rId73" Type="http://schemas.openxmlformats.org/officeDocument/2006/relationships/tags" Target="../tags/tag578.xml"/><Relationship Id="rId78" Type="http://schemas.openxmlformats.org/officeDocument/2006/relationships/tags" Target="../tags/tag583.xml"/><Relationship Id="rId4" Type="http://schemas.openxmlformats.org/officeDocument/2006/relationships/tags" Target="../tags/tag509.xml"/><Relationship Id="rId9" Type="http://schemas.openxmlformats.org/officeDocument/2006/relationships/tags" Target="../tags/tag514.xml"/><Relationship Id="rId13" Type="http://schemas.openxmlformats.org/officeDocument/2006/relationships/tags" Target="../tags/tag518.xml"/><Relationship Id="rId18" Type="http://schemas.openxmlformats.org/officeDocument/2006/relationships/tags" Target="../tags/tag523.xml"/><Relationship Id="rId39" Type="http://schemas.openxmlformats.org/officeDocument/2006/relationships/tags" Target="../tags/tag544.xml"/><Relationship Id="rId34" Type="http://schemas.openxmlformats.org/officeDocument/2006/relationships/tags" Target="../tags/tag539.xml"/><Relationship Id="rId50" Type="http://schemas.openxmlformats.org/officeDocument/2006/relationships/tags" Target="../tags/tag555.xml"/><Relationship Id="rId55" Type="http://schemas.openxmlformats.org/officeDocument/2006/relationships/tags" Target="../tags/tag560.xml"/><Relationship Id="rId76" Type="http://schemas.openxmlformats.org/officeDocument/2006/relationships/tags" Target="../tags/tag581.xml"/><Relationship Id="rId7" Type="http://schemas.openxmlformats.org/officeDocument/2006/relationships/tags" Target="../tags/tag512.xml"/><Relationship Id="rId71" Type="http://schemas.openxmlformats.org/officeDocument/2006/relationships/tags" Target="../tags/tag576.xml"/><Relationship Id="rId2" Type="http://schemas.openxmlformats.org/officeDocument/2006/relationships/tags" Target="../tags/tag507.xml"/><Relationship Id="rId29" Type="http://schemas.openxmlformats.org/officeDocument/2006/relationships/tags" Target="../tags/tag534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tags" Target="../tags/tag609.xml"/><Relationship Id="rId21" Type="http://schemas.openxmlformats.org/officeDocument/2006/relationships/tags" Target="../tags/tag604.xml"/><Relationship Id="rId42" Type="http://schemas.openxmlformats.org/officeDocument/2006/relationships/tags" Target="../tags/tag625.xml"/><Relationship Id="rId47" Type="http://schemas.openxmlformats.org/officeDocument/2006/relationships/tags" Target="../tags/tag630.xml"/><Relationship Id="rId63" Type="http://schemas.openxmlformats.org/officeDocument/2006/relationships/tags" Target="../tags/tag646.xml"/><Relationship Id="rId68" Type="http://schemas.openxmlformats.org/officeDocument/2006/relationships/tags" Target="../tags/tag651.xml"/><Relationship Id="rId16" Type="http://schemas.openxmlformats.org/officeDocument/2006/relationships/tags" Target="../tags/tag599.xml"/><Relationship Id="rId11" Type="http://schemas.openxmlformats.org/officeDocument/2006/relationships/tags" Target="../tags/tag594.xml"/><Relationship Id="rId32" Type="http://schemas.openxmlformats.org/officeDocument/2006/relationships/tags" Target="../tags/tag615.xml"/><Relationship Id="rId37" Type="http://schemas.openxmlformats.org/officeDocument/2006/relationships/tags" Target="../tags/tag620.xml"/><Relationship Id="rId53" Type="http://schemas.openxmlformats.org/officeDocument/2006/relationships/tags" Target="../tags/tag636.xml"/><Relationship Id="rId58" Type="http://schemas.openxmlformats.org/officeDocument/2006/relationships/tags" Target="../tags/tag641.xml"/><Relationship Id="rId74" Type="http://schemas.openxmlformats.org/officeDocument/2006/relationships/tags" Target="../tags/tag657.xml"/><Relationship Id="rId79" Type="http://schemas.openxmlformats.org/officeDocument/2006/relationships/tags" Target="../tags/tag662.xml"/><Relationship Id="rId5" Type="http://schemas.openxmlformats.org/officeDocument/2006/relationships/tags" Target="../tags/tag588.xml"/><Relationship Id="rId61" Type="http://schemas.openxmlformats.org/officeDocument/2006/relationships/tags" Target="../tags/tag644.xml"/><Relationship Id="rId82" Type="http://schemas.openxmlformats.org/officeDocument/2006/relationships/slideLayout" Target="../slideLayouts/slideLayout6.xml"/><Relationship Id="rId19" Type="http://schemas.openxmlformats.org/officeDocument/2006/relationships/tags" Target="../tags/tag602.xml"/><Relationship Id="rId14" Type="http://schemas.openxmlformats.org/officeDocument/2006/relationships/tags" Target="../tags/tag597.xml"/><Relationship Id="rId22" Type="http://schemas.openxmlformats.org/officeDocument/2006/relationships/tags" Target="../tags/tag605.xml"/><Relationship Id="rId27" Type="http://schemas.openxmlformats.org/officeDocument/2006/relationships/tags" Target="../tags/tag610.xml"/><Relationship Id="rId30" Type="http://schemas.openxmlformats.org/officeDocument/2006/relationships/tags" Target="../tags/tag613.xml"/><Relationship Id="rId35" Type="http://schemas.openxmlformats.org/officeDocument/2006/relationships/tags" Target="../tags/tag618.xml"/><Relationship Id="rId43" Type="http://schemas.openxmlformats.org/officeDocument/2006/relationships/tags" Target="../tags/tag626.xml"/><Relationship Id="rId48" Type="http://schemas.openxmlformats.org/officeDocument/2006/relationships/tags" Target="../tags/tag631.xml"/><Relationship Id="rId56" Type="http://schemas.openxmlformats.org/officeDocument/2006/relationships/tags" Target="../tags/tag639.xml"/><Relationship Id="rId64" Type="http://schemas.openxmlformats.org/officeDocument/2006/relationships/tags" Target="../tags/tag647.xml"/><Relationship Id="rId69" Type="http://schemas.openxmlformats.org/officeDocument/2006/relationships/tags" Target="../tags/tag652.xml"/><Relationship Id="rId77" Type="http://schemas.openxmlformats.org/officeDocument/2006/relationships/tags" Target="../tags/tag660.xml"/><Relationship Id="rId8" Type="http://schemas.openxmlformats.org/officeDocument/2006/relationships/tags" Target="../tags/tag591.xml"/><Relationship Id="rId51" Type="http://schemas.openxmlformats.org/officeDocument/2006/relationships/tags" Target="../tags/tag634.xml"/><Relationship Id="rId72" Type="http://schemas.openxmlformats.org/officeDocument/2006/relationships/tags" Target="../tags/tag655.xml"/><Relationship Id="rId80" Type="http://schemas.openxmlformats.org/officeDocument/2006/relationships/tags" Target="../tags/tag663.xml"/><Relationship Id="rId3" Type="http://schemas.openxmlformats.org/officeDocument/2006/relationships/tags" Target="../tags/tag586.xml"/><Relationship Id="rId12" Type="http://schemas.openxmlformats.org/officeDocument/2006/relationships/tags" Target="../tags/tag595.xml"/><Relationship Id="rId17" Type="http://schemas.openxmlformats.org/officeDocument/2006/relationships/tags" Target="../tags/tag600.xml"/><Relationship Id="rId25" Type="http://schemas.openxmlformats.org/officeDocument/2006/relationships/tags" Target="../tags/tag608.xml"/><Relationship Id="rId33" Type="http://schemas.openxmlformats.org/officeDocument/2006/relationships/tags" Target="../tags/tag616.xml"/><Relationship Id="rId38" Type="http://schemas.openxmlformats.org/officeDocument/2006/relationships/tags" Target="../tags/tag621.xml"/><Relationship Id="rId46" Type="http://schemas.openxmlformats.org/officeDocument/2006/relationships/tags" Target="../tags/tag629.xml"/><Relationship Id="rId59" Type="http://schemas.openxmlformats.org/officeDocument/2006/relationships/tags" Target="../tags/tag642.xml"/><Relationship Id="rId67" Type="http://schemas.openxmlformats.org/officeDocument/2006/relationships/tags" Target="../tags/tag650.xml"/><Relationship Id="rId20" Type="http://schemas.openxmlformats.org/officeDocument/2006/relationships/tags" Target="../tags/tag603.xml"/><Relationship Id="rId41" Type="http://schemas.openxmlformats.org/officeDocument/2006/relationships/tags" Target="../tags/tag624.xml"/><Relationship Id="rId54" Type="http://schemas.openxmlformats.org/officeDocument/2006/relationships/tags" Target="../tags/tag637.xml"/><Relationship Id="rId62" Type="http://schemas.openxmlformats.org/officeDocument/2006/relationships/tags" Target="../tags/tag645.xml"/><Relationship Id="rId70" Type="http://schemas.openxmlformats.org/officeDocument/2006/relationships/tags" Target="../tags/tag653.xml"/><Relationship Id="rId75" Type="http://schemas.openxmlformats.org/officeDocument/2006/relationships/tags" Target="../tags/tag658.xml"/><Relationship Id="rId1" Type="http://schemas.openxmlformats.org/officeDocument/2006/relationships/tags" Target="../tags/tag584.xml"/><Relationship Id="rId6" Type="http://schemas.openxmlformats.org/officeDocument/2006/relationships/tags" Target="../tags/tag589.xml"/><Relationship Id="rId15" Type="http://schemas.openxmlformats.org/officeDocument/2006/relationships/tags" Target="../tags/tag598.xml"/><Relationship Id="rId23" Type="http://schemas.openxmlformats.org/officeDocument/2006/relationships/tags" Target="../tags/tag606.xml"/><Relationship Id="rId28" Type="http://schemas.openxmlformats.org/officeDocument/2006/relationships/tags" Target="../tags/tag611.xml"/><Relationship Id="rId36" Type="http://schemas.openxmlformats.org/officeDocument/2006/relationships/tags" Target="../tags/tag619.xml"/><Relationship Id="rId49" Type="http://schemas.openxmlformats.org/officeDocument/2006/relationships/tags" Target="../tags/tag632.xml"/><Relationship Id="rId57" Type="http://schemas.openxmlformats.org/officeDocument/2006/relationships/tags" Target="../tags/tag640.xml"/><Relationship Id="rId10" Type="http://schemas.openxmlformats.org/officeDocument/2006/relationships/tags" Target="../tags/tag593.xml"/><Relationship Id="rId31" Type="http://schemas.openxmlformats.org/officeDocument/2006/relationships/tags" Target="../tags/tag614.xml"/><Relationship Id="rId44" Type="http://schemas.openxmlformats.org/officeDocument/2006/relationships/tags" Target="../tags/tag627.xml"/><Relationship Id="rId52" Type="http://schemas.openxmlformats.org/officeDocument/2006/relationships/tags" Target="../tags/tag635.xml"/><Relationship Id="rId60" Type="http://schemas.openxmlformats.org/officeDocument/2006/relationships/tags" Target="../tags/tag643.xml"/><Relationship Id="rId65" Type="http://schemas.openxmlformats.org/officeDocument/2006/relationships/tags" Target="../tags/tag648.xml"/><Relationship Id="rId73" Type="http://schemas.openxmlformats.org/officeDocument/2006/relationships/tags" Target="../tags/tag656.xml"/><Relationship Id="rId78" Type="http://schemas.openxmlformats.org/officeDocument/2006/relationships/tags" Target="../tags/tag661.xml"/><Relationship Id="rId81" Type="http://schemas.openxmlformats.org/officeDocument/2006/relationships/tags" Target="../tags/tag664.xml"/><Relationship Id="rId4" Type="http://schemas.openxmlformats.org/officeDocument/2006/relationships/tags" Target="../tags/tag587.xml"/><Relationship Id="rId9" Type="http://schemas.openxmlformats.org/officeDocument/2006/relationships/tags" Target="../tags/tag592.xml"/><Relationship Id="rId13" Type="http://schemas.openxmlformats.org/officeDocument/2006/relationships/tags" Target="../tags/tag596.xml"/><Relationship Id="rId18" Type="http://schemas.openxmlformats.org/officeDocument/2006/relationships/tags" Target="../tags/tag601.xml"/><Relationship Id="rId39" Type="http://schemas.openxmlformats.org/officeDocument/2006/relationships/tags" Target="../tags/tag622.xml"/><Relationship Id="rId34" Type="http://schemas.openxmlformats.org/officeDocument/2006/relationships/tags" Target="../tags/tag617.xml"/><Relationship Id="rId50" Type="http://schemas.openxmlformats.org/officeDocument/2006/relationships/tags" Target="../tags/tag633.xml"/><Relationship Id="rId55" Type="http://schemas.openxmlformats.org/officeDocument/2006/relationships/tags" Target="../tags/tag638.xml"/><Relationship Id="rId76" Type="http://schemas.openxmlformats.org/officeDocument/2006/relationships/tags" Target="../tags/tag659.xml"/><Relationship Id="rId7" Type="http://schemas.openxmlformats.org/officeDocument/2006/relationships/tags" Target="../tags/tag590.xml"/><Relationship Id="rId71" Type="http://schemas.openxmlformats.org/officeDocument/2006/relationships/tags" Target="../tags/tag654.xml"/><Relationship Id="rId2" Type="http://schemas.openxmlformats.org/officeDocument/2006/relationships/tags" Target="../tags/tag585.xml"/><Relationship Id="rId29" Type="http://schemas.openxmlformats.org/officeDocument/2006/relationships/tags" Target="../tags/tag612.xml"/><Relationship Id="rId24" Type="http://schemas.openxmlformats.org/officeDocument/2006/relationships/tags" Target="../tags/tag607.xml"/><Relationship Id="rId40" Type="http://schemas.openxmlformats.org/officeDocument/2006/relationships/tags" Target="../tags/tag623.xml"/><Relationship Id="rId45" Type="http://schemas.openxmlformats.org/officeDocument/2006/relationships/tags" Target="../tags/tag628.xml"/><Relationship Id="rId66" Type="http://schemas.openxmlformats.org/officeDocument/2006/relationships/tags" Target="../tags/tag649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690.xml"/><Relationship Id="rId21" Type="http://schemas.openxmlformats.org/officeDocument/2006/relationships/tags" Target="../tags/tag685.xml"/><Relationship Id="rId42" Type="http://schemas.openxmlformats.org/officeDocument/2006/relationships/tags" Target="../tags/tag706.xml"/><Relationship Id="rId47" Type="http://schemas.openxmlformats.org/officeDocument/2006/relationships/tags" Target="../tags/tag711.xml"/><Relationship Id="rId63" Type="http://schemas.openxmlformats.org/officeDocument/2006/relationships/tags" Target="../tags/tag727.xml"/><Relationship Id="rId68" Type="http://schemas.openxmlformats.org/officeDocument/2006/relationships/tags" Target="../tags/tag732.xml"/><Relationship Id="rId84" Type="http://schemas.openxmlformats.org/officeDocument/2006/relationships/tags" Target="../tags/tag748.xml"/><Relationship Id="rId89" Type="http://schemas.openxmlformats.org/officeDocument/2006/relationships/tags" Target="../tags/tag753.xml"/><Relationship Id="rId16" Type="http://schemas.openxmlformats.org/officeDocument/2006/relationships/tags" Target="../tags/tag680.xml"/><Relationship Id="rId11" Type="http://schemas.openxmlformats.org/officeDocument/2006/relationships/tags" Target="../tags/tag675.xml"/><Relationship Id="rId32" Type="http://schemas.openxmlformats.org/officeDocument/2006/relationships/tags" Target="../tags/tag696.xml"/><Relationship Id="rId37" Type="http://schemas.openxmlformats.org/officeDocument/2006/relationships/tags" Target="../tags/tag701.xml"/><Relationship Id="rId53" Type="http://schemas.openxmlformats.org/officeDocument/2006/relationships/tags" Target="../tags/tag717.xml"/><Relationship Id="rId58" Type="http://schemas.openxmlformats.org/officeDocument/2006/relationships/tags" Target="../tags/tag722.xml"/><Relationship Id="rId74" Type="http://schemas.openxmlformats.org/officeDocument/2006/relationships/tags" Target="../tags/tag738.xml"/><Relationship Id="rId79" Type="http://schemas.openxmlformats.org/officeDocument/2006/relationships/tags" Target="../tags/tag743.xml"/><Relationship Id="rId5" Type="http://schemas.openxmlformats.org/officeDocument/2006/relationships/tags" Target="../tags/tag669.xml"/><Relationship Id="rId90" Type="http://schemas.openxmlformats.org/officeDocument/2006/relationships/tags" Target="../tags/tag754.xml"/><Relationship Id="rId95" Type="http://schemas.openxmlformats.org/officeDocument/2006/relationships/tags" Target="../tags/tag759.xml"/><Relationship Id="rId22" Type="http://schemas.openxmlformats.org/officeDocument/2006/relationships/tags" Target="../tags/tag686.xml"/><Relationship Id="rId27" Type="http://schemas.openxmlformats.org/officeDocument/2006/relationships/tags" Target="../tags/tag691.xml"/><Relationship Id="rId43" Type="http://schemas.openxmlformats.org/officeDocument/2006/relationships/tags" Target="../tags/tag707.xml"/><Relationship Id="rId48" Type="http://schemas.openxmlformats.org/officeDocument/2006/relationships/tags" Target="../tags/tag712.xml"/><Relationship Id="rId64" Type="http://schemas.openxmlformats.org/officeDocument/2006/relationships/tags" Target="../tags/tag728.xml"/><Relationship Id="rId69" Type="http://schemas.openxmlformats.org/officeDocument/2006/relationships/tags" Target="../tags/tag733.xml"/><Relationship Id="rId80" Type="http://schemas.openxmlformats.org/officeDocument/2006/relationships/tags" Target="../tags/tag744.xml"/><Relationship Id="rId85" Type="http://schemas.openxmlformats.org/officeDocument/2006/relationships/tags" Target="../tags/tag749.xml"/><Relationship Id="rId3" Type="http://schemas.openxmlformats.org/officeDocument/2006/relationships/tags" Target="../tags/tag667.xml"/><Relationship Id="rId12" Type="http://schemas.openxmlformats.org/officeDocument/2006/relationships/tags" Target="../tags/tag676.xml"/><Relationship Id="rId17" Type="http://schemas.openxmlformats.org/officeDocument/2006/relationships/tags" Target="../tags/tag681.xml"/><Relationship Id="rId25" Type="http://schemas.openxmlformats.org/officeDocument/2006/relationships/tags" Target="../tags/tag689.xml"/><Relationship Id="rId33" Type="http://schemas.openxmlformats.org/officeDocument/2006/relationships/tags" Target="../tags/tag697.xml"/><Relationship Id="rId38" Type="http://schemas.openxmlformats.org/officeDocument/2006/relationships/tags" Target="../tags/tag702.xml"/><Relationship Id="rId46" Type="http://schemas.openxmlformats.org/officeDocument/2006/relationships/tags" Target="../tags/tag710.xml"/><Relationship Id="rId59" Type="http://schemas.openxmlformats.org/officeDocument/2006/relationships/tags" Target="../tags/tag723.xml"/><Relationship Id="rId67" Type="http://schemas.openxmlformats.org/officeDocument/2006/relationships/tags" Target="../tags/tag731.xml"/><Relationship Id="rId20" Type="http://schemas.openxmlformats.org/officeDocument/2006/relationships/tags" Target="../tags/tag684.xml"/><Relationship Id="rId41" Type="http://schemas.openxmlformats.org/officeDocument/2006/relationships/tags" Target="../tags/tag705.xml"/><Relationship Id="rId54" Type="http://schemas.openxmlformats.org/officeDocument/2006/relationships/tags" Target="../tags/tag718.xml"/><Relationship Id="rId62" Type="http://schemas.openxmlformats.org/officeDocument/2006/relationships/tags" Target="../tags/tag726.xml"/><Relationship Id="rId70" Type="http://schemas.openxmlformats.org/officeDocument/2006/relationships/tags" Target="../tags/tag734.xml"/><Relationship Id="rId75" Type="http://schemas.openxmlformats.org/officeDocument/2006/relationships/tags" Target="../tags/tag739.xml"/><Relationship Id="rId83" Type="http://schemas.openxmlformats.org/officeDocument/2006/relationships/tags" Target="../tags/tag747.xml"/><Relationship Id="rId88" Type="http://schemas.openxmlformats.org/officeDocument/2006/relationships/tags" Target="../tags/tag752.xml"/><Relationship Id="rId91" Type="http://schemas.openxmlformats.org/officeDocument/2006/relationships/tags" Target="../tags/tag755.xml"/><Relationship Id="rId96" Type="http://schemas.openxmlformats.org/officeDocument/2006/relationships/tags" Target="../tags/tag760.xml"/><Relationship Id="rId1" Type="http://schemas.openxmlformats.org/officeDocument/2006/relationships/tags" Target="../tags/tag665.xml"/><Relationship Id="rId6" Type="http://schemas.openxmlformats.org/officeDocument/2006/relationships/tags" Target="../tags/tag670.xml"/><Relationship Id="rId15" Type="http://schemas.openxmlformats.org/officeDocument/2006/relationships/tags" Target="../tags/tag679.xml"/><Relationship Id="rId23" Type="http://schemas.openxmlformats.org/officeDocument/2006/relationships/tags" Target="../tags/tag687.xml"/><Relationship Id="rId28" Type="http://schemas.openxmlformats.org/officeDocument/2006/relationships/tags" Target="../tags/tag692.xml"/><Relationship Id="rId36" Type="http://schemas.openxmlformats.org/officeDocument/2006/relationships/tags" Target="../tags/tag700.xml"/><Relationship Id="rId49" Type="http://schemas.openxmlformats.org/officeDocument/2006/relationships/tags" Target="../tags/tag713.xml"/><Relationship Id="rId57" Type="http://schemas.openxmlformats.org/officeDocument/2006/relationships/tags" Target="../tags/tag721.xml"/><Relationship Id="rId10" Type="http://schemas.openxmlformats.org/officeDocument/2006/relationships/tags" Target="../tags/tag674.xml"/><Relationship Id="rId31" Type="http://schemas.openxmlformats.org/officeDocument/2006/relationships/tags" Target="../tags/tag695.xml"/><Relationship Id="rId44" Type="http://schemas.openxmlformats.org/officeDocument/2006/relationships/tags" Target="../tags/tag708.xml"/><Relationship Id="rId52" Type="http://schemas.openxmlformats.org/officeDocument/2006/relationships/tags" Target="../tags/tag716.xml"/><Relationship Id="rId60" Type="http://schemas.openxmlformats.org/officeDocument/2006/relationships/tags" Target="../tags/tag724.xml"/><Relationship Id="rId65" Type="http://schemas.openxmlformats.org/officeDocument/2006/relationships/tags" Target="../tags/tag729.xml"/><Relationship Id="rId73" Type="http://schemas.openxmlformats.org/officeDocument/2006/relationships/tags" Target="../tags/tag737.xml"/><Relationship Id="rId78" Type="http://schemas.openxmlformats.org/officeDocument/2006/relationships/tags" Target="../tags/tag742.xml"/><Relationship Id="rId81" Type="http://schemas.openxmlformats.org/officeDocument/2006/relationships/tags" Target="../tags/tag745.xml"/><Relationship Id="rId86" Type="http://schemas.openxmlformats.org/officeDocument/2006/relationships/tags" Target="../tags/tag750.xml"/><Relationship Id="rId94" Type="http://schemas.openxmlformats.org/officeDocument/2006/relationships/tags" Target="../tags/tag758.xml"/><Relationship Id="rId4" Type="http://schemas.openxmlformats.org/officeDocument/2006/relationships/tags" Target="../tags/tag668.xml"/><Relationship Id="rId9" Type="http://schemas.openxmlformats.org/officeDocument/2006/relationships/tags" Target="../tags/tag673.xml"/><Relationship Id="rId13" Type="http://schemas.openxmlformats.org/officeDocument/2006/relationships/tags" Target="../tags/tag677.xml"/><Relationship Id="rId18" Type="http://schemas.openxmlformats.org/officeDocument/2006/relationships/tags" Target="../tags/tag682.xml"/><Relationship Id="rId39" Type="http://schemas.openxmlformats.org/officeDocument/2006/relationships/tags" Target="../tags/tag703.xml"/><Relationship Id="rId34" Type="http://schemas.openxmlformats.org/officeDocument/2006/relationships/tags" Target="../tags/tag698.xml"/><Relationship Id="rId50" Type="http://schemas.openxmlformats.org/officeDocument/2006/relationships/tags" Target="../tags/tag714.xml"/><Relationship Id="rId55" Type="http://schemas.openxmlformats.org/officeDocument/2006/relationships/tags" Target="../tags/tag719.xml"/><Relationship Id="rId76" Type="http://schemas.openxmlformats.org/officeDocument/2006/relationships/tags" Target="../tags/tag740.xml"/><Relationship Id="rId97" Type="http://schemas.openxmlformats.org/officeDocument/2006/relationships/tags" Target="../tags/tag761.xml"/><Relationship Id="rId7" Type="http://schemas.openxmlformats.org/officeDocument/2006/relationships/tags" Target="../tags/tag671.xml"/><Relationship Id="rId71" Type="http://schemas.openxmlformats.org/officeDocument/2006/relationships/tags" Target="../tags/tag735.xml"/><Relationship Id="rId92" Type="http://schemas.openxmlformats.org/officeDocument/2006/relationships/tags" Target="../tags/tag756.xml"/><Relationship Id="rId2" Type="http://schemas.openxmlformats.org/officeDocument/2006/relationships/tags" Target="../tags/tag666.xml"/><Relationship Id="rId29" Type="http://schemas.openxmlformats.org/officeDocument/2006/relationships/tags" Target="../tags/tag693.xml"/><Relationship Id="rId24" Type="http://schemas.openxmlformats.org/officeDocument/2006/relationships/tags" Target="../tags/tag688.xml"/><Relationship Id="rId40" Type="http://schemas.openxmlformats.org/officeDocument/2006/relationships/tags" Target="../tags/tag704.xml"/><Relationship Id="rId45" Type="http://schemas.openxmlformats.org/officeDocument/2006/relationships/tags" Target="../tags/tag709.xml"/><Relationship Id="rId66" Type="http://schemas.openxmlformats.org/officeDocument/2006/relationships/tags" Target="../tags/tag730.xml"/><Relationship Id="rId87" Type="http://schemas.openxmlformats.org/officeDocument/2006/relationships/tags" Target="../tags/tag751.xml"/><Relationship Id="rId61" Type="http://schemas.openxmlformats.org/officeDocument/2006/relationships/tags" Target="../tags/tag725.xml"/><Relationship Id="rId82" Type="http://schemas.openxmlformats.org/officeDocument/2006/relationships/tags" Target="../tags/tag746.xml"/><Relationship Id="rId19" Type="http://schemas.openxmlformats.org/officeDocument/2006/relationships/tags" Target="../tags/tag683.xml"/><Relationship Id="rId14" Type="http://schemas.openxmlformats.org/officeDocument/2006/relationships/tags" Target="../tags/tag678.xml"/><Relationship Id="rId30" Type="http://schemas.openxmlformats.org/officeDocument/2006/relationships/tags" Target="../tags/tag694.xml"/><Relationship Id="rId35" Type="http://schemas.openxmlformats.org/officeDocument/2006/relationships/tags" Target="../tags/tag699.xml"/><Relationship Id="rId56" Type="http://schemas.openxmlformats.org/officeDocument/2006/relationships/tags" Target="../tags/tag720.xml"/><Relationship Id="rId77" Type="http://schemas.openxmlformats.org/officeDocument/2006/relationships/tags" Target="../tags/tag741.xml"/><Relationship Id="rId8" Type="http://schemas.openxmlformats.org/officeDocument/2006/relationships/tags" Target="../tags/tag672.xml"/><Relationship Id="rId51" Type="http://schemas.openxmlformats.org/officeDocument/2006/relationships/tags" Target="../tags/tag715.xml"/><Relationship Id="rId72" Type="http://schemas.openxmlformats.org/officeDocument/2006/relationships/tags" Target="../tags/tag736.xml"/><Relationship Id="rId93" Type="http://schemas.openxmlformats.org/officeDocument/2006/relationships/tags" Target="../tags/tag757.xml"/><Relationship Id="rId98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tags" Target="../tags/tag787.xml"/><Relationship Id="rId21" Type="http://schemas.openxmlformats.org/officeDocument/2006/relationships/tags" Target="../tags/tag782.xml"/><Relationship Id="rId42" Type="http://schemas.openxmlformats.org/officeDocument/2006/relationships/tags" Target="../tags/tag803.xml"/><Relationship Id="rId47" Type="http://schemas.openxmlformats.org/officeDocument/2006/relationships/tags" Target="../tags/tag808.xml"/><Relationship Id="rId63" Type="http://schemas.openxmlformats.org/officeDocument/2006/relationships/tags" Target="../tags/tag824.xml"/><Relationship Id="rId68" Type="http://schemas.openxmlformats.org/officeDocument/2006/relationships/tags" Target="../tags/tag829.xml"/><Relationship Id="rId84" Type="http://schemas.openxmlformats.org/officeDocument/2006/relationships/tags" Target="../tags/tag845.xml"/><Relationship Id="rId89" Type="http://schemas.openxmlformats.org/officeDocument/2006/relationships/tags" Target="../tags/tag850.xml"/><Relationship Id="rId16" Type="http://schemas.openxmlformats.org/officeDocument/2006/relationships/tags" Target="../tags/tag777.xml"/><Relationship Id="rId107" Type="http://schemas.openxmlformats.org/officeDocument/2006/relationships/tags" Target="../tags/tag868.xml"/><Relationship Id="rId11" Type="http://schemas.openxmlformats.org/officeDocument/2006/relationships/tags" Target="../tags/tag772.xml"/><Relationship Id="rId32" Type="http://schemas.openxmlformats.org/officeDocument/2006/relationships/tags" Target="../tags/tag793.xml"/><Relationship Id="rId37" Type="http://schemas.openxmlformats.org/officeDocument/2006/relationships/tags" Target="../tags/tag798.xml"/><Relationship Id="rId53" Type="http://schemas.openxmlformats.org/officeDocument/2006/relationships/tags" Target="../tags/tag814.xml"/><Relationship Id="rId58" Type="http://schemas.openxmlformats.org/officeDocument/2006/relationships/tags" Target="../tags/tag819.xml"/><Relationship Id="rId74" Type="http://schemas.openxmlformats.org/officeDocument/2006/relationships/tags" Target="../tags/tag835.xml"/><Relationship Id="rId79" Type="http://schemas.openxmlformats.org/officeDocument/2006/relationships/tags" Target="../tags/tag840.xml"/><Relationship Id="rId102" Type="http://schemas.openxmlformats.org/officeDocument/2006/relationships/tags" Target="../tags/tag863.xml"/><Relationship Id="rId5" Type="http://schemas.openxmlformats.org/officeDocument/2006/relationships/tags" Target="../tags/tag766.xml"/><Relationship Id="rId90" Type="http://schemas.openxmlformats.org/officeDocument/2006/relationships/tags" Target="../tags/tag851.xml"/><Relationship Id="rId95" Type="http://schemas.openxmlformats.org/officeDocument/2006/relationships/tags" Target="../tags/tag856.xml"/><Relationship Id="rId22" Type="http://schemas.openxmlformats.org/officeDocument/2006/relationships/tags" Target="../tags/tag783.xml"/><Relationship Id="rId27" Type="http://schemas.openxmlformats.org/officeDocument/2006/relationships/tags" Target="../tags/tag788.xml"/><Relationship Id="rId43" Type="http://schemas.openxmlformats.org/officeDocument/2006/relationships/tags" Target="../tags/tag804.xml"/><Relationship Id="rId48" Type="http://schemas.openxmlformats.org/officeDocument/2006/relationships/tags" Target="../tags/tag809.xml"/><Relationship Id="rId64" Type="http://schemas.openxmlformats.org/officeDocument/2006/relationships/tags" Target="../tags/tag825.xml"/><Relationship Id="rId69" Type="http://schemas.openxmlformats.org/officeDocument/2006/relationships/tags" Target="../tags/tag830.xml"/><Relationship Id="rId80" Type="http://schemas.openxmlformats.org/officeDocument/2006/relationships/tags" Target="../tags/tag841.xml"/><Relationship Id="rId85" Type="http://schemas.openxmlformats.org/officeDocument/2006/relationships/tags" Target="../tags/tag846.xml"/><Relationship Id="rId12" Type="http://schemas.openxmlformats.org/officeDocument/2006/relationships/tags" Target="../tags/tag773.xml"/><Relationship Id="rId17" Type="http://schemas.openxmlformats.org/officeDocument/2006/relationships/tags" Target="../tags/tag778.xml"/><Relationship Id="rId33" Type="http://schemas.openxmlformats.org/officeDocument/2006/relationships/tags" Target="../tags/tag794.xml"/><Relationship Id="rId38" Type="http://schemas.openxmlformats.org/officeDocument/2006/relationships/tags" Target="../tags/tag799.xml"/><Relationship Id="rId59" Type="http://schemas.openxmlformats.org/officeDocument/2006/relationships/tags" Target="../tags/tag820.xml"/><Relationship Id="rId103" Type="http://schemas.openxmlformats.org/officeDocument/2006/relationships/tags" Target="../tags/tag864.xml"/><Relationship Id="rId108" Type="http://schemas.openxmlformats.org/officeDocument/2006/relationships/tags" Target="../tags/tag869.xml"/><Relationship Id="rId54" Type="http://schemas.openxmlformats.org/officeDocument/2006/relationships/tags" Target="../tags/tag815.xml"/><Relationship Id="rId70" Type="http://schemas.openxmlformats.org/officeDocument/2006/relationships/tags" Target="../tags/tag831.xml"/><Relationship Id="rId75" Type="http://schemas.openxmlformats.org/officeDocument/2006/relationships/tags" Target="../tags/tag836.xml"/><Relationship Id="rId91" Type="http://schemas.openxmlformats.org/officeDocument/2006/relationships/tags" Target="../tags/tag852.xml"/><Relationship Id="rId96" Type="http://schemas.openxmlformats.org/officeDocument/2006/relationships/tags" Target="../tags/tag857.xml"/><Relationship Id="rId1" Type="http://schemas.openxmlformats.org/officeDocument/2006/relationships/tags" Target="../tags/tag762.xml"/><Relationship Id="rId6" Type="http://schemas.openxmlformats.org/officeDocument/2006/relationships/tags" Target="../tags/tag767.xml"/><Relationship Id="rId15" Type="http://schemas.openxmlformats.org/officeDocument/2006/relationships/tags" Target="../tags/tag776.xml"/><Relationship Id="rId23" Type="http://schemas.openxmlformats.org/officeDocument/2006/relationships/tags" Target="../tags/tag784.xml"/><Relationship Id="rId28" Type="http://schemas.openxmlformats.org/officeDocument/2006/relationships/tags" Target="../tags/tag789.xml"/><Relationship Id="rId36" Type="http://schemas.openxmlformats.org/officeDocument/2006/relationships/tags" Target="../tags/tag797.xml"/><Relationship Id="rId49" Type="http://schemas.openxmlformats.org/officeDocument/2006/relationships/tags" Target="../tags/tag810.xml"/><Relationship Id="rId57" Type="http://schemas.openxmlformats.org/officeDocument/2006/relationships/tags" Target="../tags/tag818.xml"/><Relationship Id="rId106" Type="http://schemas.openxmlformats.org/officeDocument/2006/relationships/tags" Target="../tags/tag867.xml"/><Relationship Id="rId10" Type="http://schemas.openxmlformats.org/officeDocument/2006/relationships/tags" Target="../tags/tag771.xml"/><Relationship Id="rId31" Type="http://schemas.openxmlformats.org/officeDocument/2006/relationships/tags" Target="../tags/tag792.xml"/><Relationship Id="rId44" Type="http://schemas.openxmlformats.org/officeDocument/2006/relationships/tags" Target="../tags/tag805.xml"/><Relationship Id="rId52" Type="http://schemas.openxmlformats.org/officeDocument/2006/relationships/tags" Target="../tags/tag813.xml"/><Relationship Id="rId60" Type="http://schemas.openxmlformats.org/officeDocument/2006/relationships/tags" Target="../tags/tag821.xml"/><Relationship Id="rId65" Type="http://schemas.openxmlformats.org/officeDocument/2006/relationships/tags" Target="../tags/tag826.xml"/><Relationship Id="rId73" Type="http://schemas.openxmlformats.org/officeDocument/2006/relationships/tags" Target="../tags/tag834.xml"/><Relationship Id="rId78" Type="http://schemas.openxmlformats.org/officeDocument/2006/relationships/tags" Target="../tags/tag839.xml"/><Relationship Id="rId81" Type="http://schemas.openxmlformats.org/officeDocument/2006/relationships/tags" Target="../tags/tag842.xml"/><Relationship Id="rId86" Type="http://schemas.openxmlformats.org/officeDocument/2006/relationships/tags" Target="../tags/tag847.xml"/><Relationship Id="rId94" Type="http://schemas.openxmlformats.org/officeDocument/2006/relationships/tags" Target="../tags/tag855.xml"/><Relationship Id="rId99" Type="http://schemas.openxmlformats.org/officeDocument/2006/relationships/tags" Target="../tags/tag860.xml"/><Relationship Id="rId101" Type="http://schemas.openxmlformats.org/officeDocument/2006/relationships/tags" Target="../tags/tag862.xml"/><Relationship Id="rId4" Type="http://schemas.openxmlformats.org/officeDocument/2006/relationships/tags" Target="../tags/tag765.xml"/><Relationship Id="rId9" Type="http://schemas.openxmlformats.org/officeDocument/2006/relationships/tags" Target="../tags/tag770.xml"/><Relationship Id="rId13" Type="http://schemas.openxmlformats.org/officeDocument/2006/relationships/tags" Target="../tags/tag774.xml"/><Relationship Id="rId18" Type="http://schemas.openxmlformats.org/officeDocument/2006/relationships/tags" Target="../tags/tag779.xml"/><Relationship Id="rId39" Type="http://schemas.openxmlformats.org/officeDocument/2006/relationships/tags" Target="../tags/tag800.xml"/><Relationship Id="rId109" Type="http://schemas.openxmlformats.org/officeDocument/2006/relationships/tags" Target="../tags/tag870.xml"/><Relationship Id="rId34" Type="http://schemas.openxmlformats.org/officeDocument/2006/relationships/tags" Target="../tags/tag795.xml"/><Relationship Id="rId50" Type="http://schemas.openxmlformats.org/officeDocument/2006/relationships/tags" Target="../tags/tag811.xml"/><Relationship Id="rId55" Type="http://schemas.openxmlformats.org/officeDocument/2006/relationships/tags" Target="../tags/tag816.xml"/><Relationship Id="rId76" Type="http://schemas.openxmlformats.org/officeDocument/2006/relationships/tags" Target="../tags/tag837.xml"/><Relationship Id="rId97" Type="http://schemas.openxmlformats.org/officeDocument/2006/relationships/tags" Target="../tags/tag858.xml"/><Relationship Id="rId104" Type="http://schemas.openxmlformats.org/officeDocument/2006/relationships/tags" Target="../tags/tag865.xml"/><Relationship Id="rId7" Type="http://schemas.openxmlformats.org/officeDocument/2006/relationships/tags" Target="../tags/tag768.xml"/><Relationship Id="rId71" Type="http://schemas.openxmlformats.org/officeDocument/2006/relationships/tags" Target="../tags/tag832.xml"/><Relationship Id="rId92" Type="http://schemas.openxmlformats.org/officeDocument/2006/relationships/tags" Target="../tags/tag853.xml"/><Relationship Id="rId2" Type="http://schemas.openxmlformats.org/officeDocument/2006/relationships/tags" Target="../tags/tag763.xml"/><Relationship Id="rId29" Type="http://schemas.openxmlformats.org/officeDocument/2006/relationships/tags" Target="../tags/tag790.xml"/><Relationship Id="rId24" Type="http://schemas.openxmlformats.org/officeDocument/2006/relationships/tags" Target="../tags/tag785.xml"/><Relationship Id="rId40" Type="http://schemas.openxmlformats.org/officeDocument/2006/relationships/tags" Target="../tags/tag801.xml"/><Relationship Id="rId45" Type="http://schemas.openxmlformats.org/officeDocument/2006/relationships/tags" Target="../tags/tag806.xml"/><Relationship Id="rId66" Type="http://schemas.openxmlformats.org/officeDocument/2006/relationships/tags" Target="../tags/tag827.xml"/><Relationship Id="rId87" Type="http://schemas.openxmlformats.org/officeDocument/2006/relationships/tags" Target="../tags/tag848.xml"/><Relationship Id="rId110" Type="http://schemas.openxmlformats.org/officeDocument/2006/relationships/tags" Target="../tags/tag871.xml"/><Relationship Id="rId61" Type="http://schemas.openxmlformats.org/officeDocument/2006/relationships/tags" Target="../tags/tag822.xml"/><Relationship Id="rId82" Type="http://schemas.openxmlformats.org/officeDocument/2006/relationships/tags" Target="../tags/tag843.xml"/><Relationship Id="rId19" Type="http://schemas.openxmlformats.org/officeDocument/2006/relationships/tags" Target="../tags/tag780.xml"/><Relationship Id="rId14" Type="http://schemas.openxmlformats.org/officeDocument/2006/relationships/tags" Target="../tags/tag775.xml"/><Relationship Id="rId30" Type="http://schemas.openxmlformats.org/officeDocument/2006/relationships/tags" Target="../tags/tag791.xml"/><Relationship Id="rId35" Type="http://schemas.openxmlformats.org/officeDocument/2006/relationships/tags" Target="../tags/tag796.xml"/><Relationship Id="rId56" Type="http://schemas.openxmlformats.org/officeDocument/2006/relationships/tags" Target="../tags/tag817.xml"/><Relationship Id="rId77" Type="http://schemas.openxmlformats.org/officeDocument/2006/relationships/tags" Target="../tags/tag838.xml"/><Relationship Id="rId100" Type="http://schemas.openxmlformats.org/officeDocument/2006/relationships/tags" Target="../tags/tag861.xml"/><Relationship Id="rId105" Type="http://schemas.openxmlformats.org/officeDocument/2006/relationships/tags" Target="../tags/tag866.xml"/><Relationship Id="rId8" Type="http://schemas.openxmlformats.org/officeDocument/2006/relationships/tags" Target="../tags/tag769.xml"/><Relationship Id="rId51" Type="http://schemas.openxmlformats.org/officeDocument/2006/relationships/tags" Target="../tags/tag812.xml"/><Relationship Id="rId72" Type="http://schemas.openxmlformats.org/officeDocument/2006/relationships/tags" Target="../tags/tag833.xml"/><Relationship Id="rId93" Type="http://schemas.openxmlformats.org/officeDocument/2006/relationships/tags" Target="../tags/tag854.xml"/><Relationship Id="rId98" Type="http://schemas.openxmlformats.org/officeDocument/2006/relationships/tags" Target="../tags/tag859.xml"/><Relationship Id="rId3" Type="http://schemas.openxmlformats.org/officeDocument/2006/relationships/tags" Target="../tags/tag764.xml"/><Relationship Id="rId25" Type="http://schemas.openxmlformats.org/officeDocument/2006/relationships/tags" Target="../tags/tag786.xml"/><Relationship Id="rId46" Type="http://schemas.openxmlformats.org/officeDocument/2006/relationships/tags" Target="../tags/tag807.xml"/><Relationship Id="rId67" Type="http://schemas.openxmlformats.org/officeDocument/2006/relationships/tags" Target="../tags/tag828.xml"/><Relationship Id="rId20" Type="http://schemas.openxmlformats.org/officeDocument/2006/relationships/tags" Target="../tags/tag781.xml"/><Relationship Id="rId41" Type="http://schemas.openxmlformats.org/officeDocument/2006/relationships/tags" Target="../tags/tag802.xml"/><Relationship Id="rId62" Type="http://schemas.openxmlformats.org/officeDocument/2006/relationships/tags" Target="../tags/tag823.xml"/><Relationship Id="rId83" Type="http://schemas.openxmlformats.org/officeDocument/2006/relationships/tags" Target="../tags/tag844.xml"/><Relationship Id="rId88" Type="http://schemas.openxmlformats.org/officeDocument/2006/relationships/tags" Target="../tags/tag849.xml"/><Relationship Id="rId11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897.xml"/><Relationship Id="rId21" Type="http://schemas.openxmlformats.org/officeDocument/2006/relationships/tags" Target="../tags/tag892.xml"/><Relationship Id="rId42" Type="http://schemas.openxmlformats.org/officeDocument/2006/relationships/tags" Target="../tags/tag913.xml"/><Relationship Id="rId47" Type="http://schemas.openxmlformats.org/officeDocument/2006/relationships/tags" Target="../tags/tag918.xml"/><Relationship Id="rId63" Type="http://schemas.openxmlformats.org/officeDocument/2006/relationships/tags" Target="../tags/tag934.xml"/><Relationship Id="rId68" Type="http://schemas.openxmlformats.org/officeDocument/2006/relationships/tags" Target="../tags/tag939.xml"/><Relationship Id="rId84" Type="http://schemas.openxmlformats.org/officeDocument/2006/relationships/tags" Target="../tags/tag955.xml"/><Relationship Id="rId89" Type="http://schemas.openxmlformats.org/officeDocument/2006/relationships/tags" Target="../tags/tag960.xml"/><Relationship Id="rId16" Type="http://schemas.openxmlformats.org/officeDocument/2006/relationships/tags" Target="../tags/tag887.xml"/><Relationship Id="rId107" Type="http://schemas.openxmlformats.org/officeDocument/2006/relationships/tags" Target="../tags/tag978.xml"/><Relationship Id="rId11" Type="http://schemas.openxmlformats.org/officeDocument/2006/relationships/tags" Target="../tags/tag882.xml"/><Relationship Id="rId32" Type="http://schemas.openxmlformats.org/officeDocument/2006/relationships/tags" Target="../tags/tag903.xml"/><Relationship Id="rId37" Type="http://schemas.openxmlformats.org/officeDocument/2006/relationships/tags" Target="../tags/tag908.xml"/><Relationship Id="rId53" Type="http://schemas.openxmlformats.org/officeDocument/2006/relationships/tags" Target="../tags/tag924.xml"/><Relationship Id="rId58" Type="http://schemas.openxmlformats.org/officeDocument/2006/relationships/tags" Target="../tags/tag929.xml"/><Relationship Id="rId74" Type="http://schemas.openxmlformats.org/officeDocument/2006/relationships/tags" Target="../tags/tag945.xml"/><Relationship Id="rId79" Type="http://schemas.openxmlformats.org/officeDocument/2006/relationships/tags" Target="../tags/tag950.xml"/><Relationship Id="rId102" Type="http://schemas.openxmlformats.org/officeDocument/2006/relationships/tags" Target="../tags/tag973.xml"/><Relationship Id="rId5" Type="http://schemas.openxmlformats.org/officeDocument/2006/relationships/tags" Target="../tags/tag876.xml"/><Relationship Id="rId90" Type="http://schemas.openxmlformats.org/officeDocument/2006/relationships/tags" Target="../tags/tag961.xml"/><Relationship Id="rId95" Type="http://schemas.openxmlformats.org/officeDocument/2006/relationships/tags" Target="../tags/tag966.xml"/><Relationship Id="rId22" Type="http://schemas.openxmlformats.org/officeDocument/2006/relationships/tags" Target="../tags/tag893.xml"/><Relationship Id="rId27" Type="http://schemas.openxmlformats.org/officeDocument/2006/relationships/tags" Target="../tags/tag898.xml"/><Relationship Id="rId43" Type="http://schemas.openxmlformats.org/officeDocument/2006/relationships/tags" Target="../tags/tag914.xml"/><Relationship Id="rId48" Type="http://schemas.openxmlformats.org/officeDocument/2006/relationships/tags" Target="../tags/tag919.xml"/><Relationship Id="rId64" Type="http://schemas.openxmlformats.org/officeDocument/2006/relationships/tags" Target="../tags/tag935.xml"/><Relationship Id="rId69" Type="http://schemas.openxmlformats.org/officeDocument/2006/relationships/tags" Target="../tags/tag940.xml"/><Relationship Id="rId80" Type="http://schemas.openxmlformats.org/officeDocument/2006/relationships/tags" Target="../tags/tag951.xml"/><Relationship Id="rId85" Type="http://schemas.openxmlformats.org/officeDocument/2006/relationships/tags" Target="../tags/tag956.xml"/><Relationship Id="rId12" Type="http://schemas.openxmlformats.org/officeDocument/2006/relationships/tags" Target="../tags/tag883.xml"/><Relationship Id="rId17" Type="http://schemas.openxmlformats.org/officeDocument/2006/relationships/tags" Target="../tags/tag888.xml"/><Relationship Id="rId33" Type="http://schemas.openxmlformats.org/officeDocument/2006/relationships/tags" Target="../tags/tag904.xml"/><Relationship Id="rId38" Type="http://schemas.openxmlformats.org/officeDocument/2006/relationships/tags" Target="../tags/tag909.xml"/><Relationship Id="rId59" Type="http://schemas.openxmlformats.org/officeDocument/2006/relationships/tags" Target="../tags/tag930.xml"/><Relationship Id="rId103" Type="http://schemas.openxmlformats.org/officeDocument/2006/relationships/tags" Target="../tags/tag974.xml"/><Relationship Id="rId108" Type="http://schemas.openxmlformats.org/officeDocument/2006/relationships/tags" Target="../tags/tag979.xml"/><Relationship Id="rId54" Type="http://schemas.openxmlformats.org/officeDocument/2006/relationships/tags" Target="../tags/tag925.xml"/><Relationship Id="rId70" Type="http://schemas.openxmlformats.org/officeDocument/2006/relationships/tags" Target="../tags/tag941.xml"/><Relationship Id="rId75" Type="http://schemas.openxmlformats.org/officeDocument/2006/relationships/tags" Target="../tags/tag946.xml"/><Relationship Id="rId91" Type="http://schemas.openxmlformats.org/officeDocument/2006/relationships/tags" Target="../tags/tag962.xml"/><Relationship Id="rId96" Type="http://schemas.openxmlformats.org/officeDocument/2006/relationships/tags" Target="../tags/tag967.xml"/><Relationship Id="rId1" Type="http://schemas.openxmlformats.org/officeDocument/2006/relationships/tags" Target="../tags/tag872.xml"/><Relationship Id="rId6" Type="http://schemas.openxmlformats.org/officeDocument/2006/relationships/tags" Target="../tags/tag877.xml"/><Relationship Id="rId15" Type="http://schemas.openxmlformats.org/officeDocument/2006/relationships/tags" Target="../tags/tag886.xml"/><Relationship Id="rId23" Type="http://schemas.openxmlformats.org/officeDocument/2006/relationships/tags" Target="../tags/tag894.xml"/><Relationship Id="rId28" Type="http://schemas.openxmlformats.org/officeDocument/2006/relationships/tags" Target="../tags/tag899.xml"/><Relationship Id="rId36" Type="http://schemas.openxmlformats.org/officeDocument/2006/relationships/tags" Target="../tags/tag907.xml"/><Relationship Id="rId49" Type="http://schemas.openxmlformats.org/officeDocument/2006/relationships/tags" Target="../tags/tag920.xml"/><Relationship Id="rId57" Type="http://schemas.openxmlformats.org/officeDocument/2006/relationships/tags" Target="../tags/tag928.xml"/><Relationship Id="rId106" Type="http://schemas.openxmlformats.org/officeDocument/2006/relationships/tags" Target="../tags/tag977.xml"/><Relationship Id="rId10" Type="http://schemas.openxmlformats.org/officeDocument/2006/relationships/tags" Target="../tags/tag881.xml"/><Relationship Id="rId31" Type="http://schemas.openxmlformats.org/officeDocument/2006/relationships/tags" Target="../tags/tag902.xml"/><Relationship Id="rId44" Type="http://schemas.openxmlformats.org/officeDocument/2006/relationships/tags" Target="../tags/tag915.xml"/><Relationship Id="rId52" Type="http://schemas.openxmlformats.org/officeDocument/2006/relationships/tags" Target="../tags/tag923.xml"/><Relationship Id="rId60" Type="http://schemas.openxmlformats.org/officeDocument/2006/relationships/tags" Target="../tags/tag931.xml"/><Relationship Id="rId65" Type="http://schemas.openxmlformats.org/officeDocument/2006/relationships/tags" Target="../tags/tag936.xml"/><Relationship Id="rId73" Type="http://schemas.openxmlformats.org/officeDocument/2006/relationships/tags" Target="../tags/tag944.xml"/><Relationship Id="rId78" Type="http://schemas.openxmlformats.org/officeDocument/2006/relationships/tags" Target="../tags/tag949.xml"/><Relationship Id="rId81" Type="http://schemas.openxmlformats.org/officeDocument/2006/relationships/tags" Target="../tags/tag952.xml"/><Relationship Id="rId86" Type="http://schemas.openxmlformats.org/officeDocument/2006/relationships/tags" Target="../tags/tag957.xml"/><Relationship Id="rId94" Type="http://schemas.openxmlformats.org/officeDocument/2006/relationships/tags" Target="../tags/tag965.xml"/><Relationship Id="rId99" Type="http://schemas.openxmlformats.org/officeDocument/2006/relationships/tags" Target="../tags/tag970.xml"/><Relationship Id="rId101" Type="http://schemas.openxmlformats.org/officeDocument/2006/relationships/tags" Target="../tags/tag972.xml"/><Relationship Id="rId4" Type="http://schemas.openxmlformats.org/officeDocument/2006/relationships/tags" Target="../tags/tag875.xml"/><Relationship Id="rId9" Type="http://schemas.openxmlformats.org/officeDocument/2006/relationships/tags" Target="../tags/tag880.xml"/><Relationship Id="rId13" Type="http://schemas.openxmlformats.org/officeDocument/2006/relationships/tags" Target="../tags/tag884.xml"/><Relationship Id="rId18" Type="http://schemas.openxmlformats.org/officeDocument/2006/relationships/tags" Target="../tags/tag889.xml"/><Relationship Id="rId39" Type="http://schemas.openxmlformats.org/officeDocument/2006/relationships/tags" Target="../tags/tag910.xml"/><Relationship Id="rId109" Type="http://schemas.openxmlformats.org/officeDocument/2006/relationships/tags" Target="../tags/tag980.xml"/><Relationship Id="rId34" Type="http://schemas.openxmlformats.org/officeDocument/2006/relationships/tags" Target="../tags/tag905.xml"/><Relationship Id="rId50" Type="http://schemas.openxmlformats.org/officeDocument/2006/relationships/tags" Target="../tags/tag921.xml"/><Relationship Id="rId55" Type="http://schemas.openxmlformats.org/officeDocument/2006/relationships/tags" Target="../tags/tag926.xml"/><Relationship Id="rId76" Type="http://schemas.openxmlformats.org/officeDocument/2006/relationships/tags" Target="../tags/tag947.xml"/><Relationship Id="rId97" Type="http://schemas.openxmlformats.org/officeDocument/2006/relationships/tags" Target="../tags/tag968.xml"/><Relationship Id="rId104" Type="http://schemas.openxmlformats.org/officeDocument/2006/relationships/tags" Target="../tags/tag975.xml"/><Relationship Id="rId7" Type="http://schemas.openxmlformats.org/officeDocument/2006/relationships/tags" Target="../tags/tag878.xml"/><Relationship Id="rId71" Type="http://schemas.openxmlformats.org/officeDocument/2006/relationships/tags" Target="../tags/tag942.xml"/><Relationship Id="rId92" Type="http://schemas.openxmlformats.org/officeDocument/2006/relationships/tags" Target="../tags/tag963.xml"/><Relationship Id="rId2" Type="http://schemas.openxmlformats.org/officeDocument/2006/relationships/tags" Target="../tags/tag873.xml"/><Relationship Id="rId29" Type="http://schemas.openxmlformats.org/officeDocument/2006/relationships/tags" Target="../tags/tag900.xml"/><Relationship Id="rId24" Type="http://schemas.openxmlformats.org/officeDocument/2006/relationships/tags" Target="../tags/tag895.xml"/><Relationship Id="rId40" Type="http://schemas.openxmlformats.org/officeDocument/2006/relationships/tags" Target="../tags/tag911.xml"/><Relationship Id="rId45" Type="http://schemas.openxmlformats.org/officeDocument/2006/relationships/tags" Target="../tags/tag916.xml"/><Relationship Id="rId66" Type="http://schemas.openxmlformats.org/officeDocument/2006/relationships/tags" Target="../tags/tag937.xml"/><Relationship Id="rId87" Type="http://schemas.openxmlformats.org/officeDocument/2006/relationships/tags" Target="../tags/tag958.xml"/><Relationship Id="rId110" Type="http://schemas.openxmlformats.org/officeDocument/2006/relationships/slideLayout" Target="../slideLayouts/slideLayout6.xml"/><Relationship Id="rId61" Type="http://schemas.openxmlformats.org/officeDocument/2006/relationships/tags" Target="../tags/tag932.xml"/><Relationship Id="rId82" Type="http://schemas.openxmlformats.org/officeDocument/2006/relationships/tags" Target="../tags/tag953.xml"/><Relationship Id="rId19" Type="http://schemas.openxmlformats.org/officeDocument/2006/relationships/tags" Target="../tags/tag890.xml"/><Relationship Id="rId14" Type="http://schemas.openxmlformats.org/officeDocument/2006/relationships/tags" Target="../tags/tag885.xml"/><Relationship Id="rId30" Type="http://schemas.openxmlformats.org/officeDocument/2006/relationships/tags" Target="../tags/tag901.xml"/><Relationship Id="rId35" Type="http://schemas.openxmlformats.org/officeDocument/2006/relationships/tags" Target="../tags/tag906.xml"/><Relationship Id="rId56" Type="http://schemas.openxmlformats.org/officeDocument/2006/relationships/tags" Target="../tags/tag927.xml"/><Relationship Id="rId77" Type="http://schemas.openxmlformats.org/officeDocument/2006/relationships/tags" Target="../tags/tag948.xml"/><Relationship Id="rId100" Type="http://schemas.openxmlformats.org/officeDocument/2006/relationships/tags" Target="../tags/tag971.xml"/><Relationship Id="rId105" Type="http://schemas.openxmlformats.org/officeDocument/2006/relationships/tags" Target="../tags/tag976.xml"/><Relationship Id="rId8" Type="http://schemas.openxmlformats.org/officeDocument/2006/relationships/tags" Target="../tags/tag879.xml"/><Relationship Id="rId51" Type="http://schemas.openxmlformats.org/officeDocument/2006/relationships/tags" Target="../tags/tag922.xml"/><Relationship Id="rId72" Type="http://schemas.openxmlformats.org/officeDocument/2006/relationships/tags" Target="../tags/tag943.xml"/><Relationship Id="rId93" Type="http://schemas.openxmlformats.org/officeDocument/2006/relationships/tags" Target="../tags/tag964.xml"/><Relationship Id="rId98" Type="http://schemas.openxmlformats.org/officeDocument/2006/relationships/tags" Target="../tags/tag969.xml"/><Relationship Id="rId3" Type="http://schemas.openxmlformats.org/officeDocument/2006/relationships/tags" Target="../tags/tag874.xml"/><Relationship Id="rId25" Type="http://schemas.openxmlformats.org/officeDocument/2006/relationships/tags" Target="../tags/tag896.xml"/><Relationship Id="rId46" Type="http://schemas.openxmlformats.org/officeDocument/2006/relationships/tags" Target="../tags/tag917.xml"/><Relationship Id="rId67" Type="http://schemas.openxmlformats.org/officeDocument/2006/relationships/tags" Target="../tags/tag938.xml"/><Relationship Id="rId20" Type="http://schemas.openxmlformats.org/officeDocument/2006/relationships/tags" Target="../tags/tag891.xml"/><Relationship Id="rId41" Type="http://schemas.openxmlformats.org/officeDocument/2006/relationships/tags" Target="../tags/tag912.xml"/><Relationship Id="rId62" Type="http://schemas.openxmlformats.org/officeDocument/2006/relationships/tags" Target="../tags/tag933.xml"/><Relationship Id="rId83" Type="http://schemas.openxmlformats.org/officeDocument/2006/relationships/tags" Target="../tags/tag954.xml"/><Relationship Id="rId88" Type="http://schemas.openxmlformats.org/officeDocument/2006/relationships/tags" Target="../tags/tag959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993.xml"/><Relationship Id="rId18" Type="http://schemas.openxmlformats.org/officeDocument/2006/relationships/tags" Target="../tags/tag998.xml"/><Relationship Id="rId26" Type="http://schemas.openxmlformats.org/officeDocument/2006/relationships/tags" Target="../tags/tag1006.xml"/><Relationship Id="rId39" Type="http://schemas.openxmlformats.org/officeDocument/2006/relationships/tags" Target="../tags/tag1019.xml"/><Relationship Id="rId21" Type="http://schemas.openxmlformats.org/officeDocument/2006/relationships/tags" Target="../tags/tag1001.xml"/><Relationship Id="rId34" Type="http://schemas.openxmlformats.org/officeDocument/2006/relationships/tags" Target="../tags/tag1014.xml"/><Relationship Id="rId42" Type="http://schemas.openxmlformats.org/officeDocument/2006/relationships/image" Target="../media/image16.png"/><Relationship Id="rId47" Type="http://schemas.openxmlformats.org/officeDocument/2006/relationships/image" Target="../media/image21.png"/><Relationship Id="rId7" Type="http://schemas.openxmlformats.org/officeDocument/2006/relationships/tags" Target="../tags/tag987.xml"/><Relationship Id="rId2" Type="http://schemas.openxmlformats.org/officeDocument/2006/relationships/tags" Target="../tags/tag982.xml"/><Relationship Id="rId16" Type="http://schemas.openxmlformats.org/officeDocument/2006/relationships/tags" Target="../tags/tag996.xml"/><Relationship Id="rId29" Type="http://schemas.openxmlformats.org/officeDocument/2006/relationships/tags" Target="../tags/tag1009.xml"/><Relationship Id="rId1" Type="http://schemas.openxmlformats.org/officeDocument/2006/relationships/tags" Target="../tags/tag981.xml"/><Relationship Id="rId6" Type="http://schemas.openxmlformats.org/officeDocument/2006/relationships/tags" Target="../tags/tag986.xml"/><Relationship Id="rId11" Type="http://schemas.openxmlformats.org/officeDocument/2006/relationships/tags" Target="../tags/tag991.xml"/><Relationship Id="rId24" Type="http://schemas.openxmlformats.org/officeDocument/2006/relationships/tags" Target="../tags/tag1004.xml"/><Relationship Id="rId32" Type="http://schemas.openxmlformats.org/officeDocument/2006/relationships/tags" Target="../tags/tag1012.xml"/><Relationship Id="rId37" Type="http://schemas.openxmlformats.org/officeDocument/2006/relationships/tags" Target="../tags/tag1017.xml"/><Relationship Id="rId40" Type="http://schemas.openxmlformats.org/officeDocument/2006/relationships/slideLayout" Target="../slideLayouts/slideLayout6.xml"/><Relationship Id="rId45" Type="http://schemas.openxmlformats.org/officeDocument/2006/relationships/image" Target="../media/image19.png"/><Relationship Id="rId5" Type="http://schemas.openxmlformats.org/officeDocument/2006/relationships/tags" Target="../tags/tag985.xml"/><Relationship Id="rId15" Type="http://schemas.openxmlformats.org/officeDocument/2006/relationships/tags" Target="../tags/tag995.xml"/><Relationship Id="rId23" Type="http://schemas.openxmlformats.org/officeDocument/2006/relationships/tags" Target="../tags/tag1003.xml"/><Relationship Id="rId28" Type="http://schemas.openxmlformats.org/officeDocument/2006/relationships/tags" Target="../tags/tag1008.xml"/><Relationship Id="rId36" Type="http://schemas.openxmlformats.org/officeDocument/2006/relationships/tags" Target="../tags/tag1016.xml"/><Relationship Id="rId10" Type="http://schemas.openxmlformats.org/officeDocument/2006/relationships/tags" Target="../tags/tag990.xml"/><Relationship Id="rId19" Type="http://schemas.openxmlformats.org/officeDocument/2006/relationships/tags" Target="../tags/tag999.xml"/><Relationship Id="rId31" Type="http://schemas.openxmlformats.org/officeDocument/2006/relationships/tags" Target="../tags/tag1011.xml"/><Relationship Id="rId44" Type="http://schemas.openxmlformats.org/officeDocument/2006/relationships/image" Target="../media/image18.svg"/><Relationship Id="rId4" Type="http://schemas.openxmlformats.org/officeDocument/2006/relationships/tags" Target="../tags/tag984.xml"/><Relationship Id="rId9" Type="http://schemas.openxmlformats.org/officeDocument/2006/relationships/tags" Target="../tags/tag989.xml"/><Relationship Id="rId14" Type="http://schemas.openxmlformats.org/officeDocument/2006/relationships/tags" Target="../tags/tag994.xml"/><Relationship Id="rId22" Type="http://schemas.openxmlformats.org/officeDocument/2006/relationships/tags" Target="../tags/tag1002.xml"/><Relationship Id="rId27" Type="http://schemas.openxmlformats.org/officeDocument/2006/relationships/tags" Target="../tags/tag1007.xml"/><Relationship Id="rId30" Type="http://schemas.openxmlformats.org/officeDocument/2006/relationships/tags" Target="../tags/tag1010.xml"/><Relationship Id="rId35" Type="http://schemas.openxmlformats.org/officeDocument/2006/relationships/tags" Target="../tags/tag1015.xml"/><Relationship Id="rId43" Type="http://schemas.openxmlformats.org/officeDocument/2006/relationships/image" Target="../media/image17.png"/><Relationship Id="rId8" Type="http://schemas.openxmlformats.org/officeDocument/2006/relationships/tags" Target="../tags/tag988.xml"/><Relationship Id="rId3" Type="http://schemas.openxmlformats.org/officeDocument/2006/relationships/tags" Target="../tags/tag983.xml"/><Relationship Id="rId12" Type="http://schemas.openxmlformats.org/officeDocument/2006/relationships/tags" Target="../tags/tag992.xml"/><Relationship Id="rId17" Type="http://schemas.openxmlformats.org/officeDocument/2006/relationships/tags" Target="../tags/tag997.xml"/><Relationship Id="rId25" Type="http://schemas.openxmlformats.org/officeDocument/2006/relationships/tags" Target="../tags/tag1005.xml"/><Relationship Id="rId33" Type="http://schemas.openxmlformats.org/officeDocument/2006/relationships/tags" Target="../tags/tag1013.xml"/><Relationship Id="rId38" Type="http://schemas.openxmlformats.org/officeDocument/2006/relationships/tags" Target="../tags/tag1018.xml"/><Relationship Id="rId46" Type="http://schemas.openxmlformats.org/officeDocument/2006/relationships/image" Target="../media/image20.png"/><Relationship Id="rId20" Type="http://schemas.openxmlformats.org/officeDocument/2006/relationships/tags" Target="../tags/tag1000.xml"/><Relationship Id="rId4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027.xml"/><Relationship Id="rId3" Type="http://schemas.openxmlformats.org/officeDocument/2006/relationships/tags" Target="../tags/tag1022.xml"/><Relationship Id="rId7" Type="http://schemas.openxmlformats.org/officeDocument/2006/relationships/tags" Target="../tags/tag1026.xml"/><Relationship Id="rId2" Type="http://schemas.openxmlformats.org/officeDocument/2006/relationships/tags" Target="../tags/tag1021.xml"/><Relationship Id="rId1" Type="http://schemas.openxmlformats.org/officeDocument/2006/relationships/tags" Target="../tags/tag1020.xml"/><Relationship Id="rId6" Type="http://schemas.openxmlformats.org/officeDocument/2006/relationships/tags" Target="../tags/tag1025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024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023.xml"/><Relationship Id="rId9" Type="http://schemas.openxmlformats.org/officeDocument/2006/relationships/tags" Target="../tags/tag102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036.xml"/><Relationship Id="rId3" Type="http://schemas.openxmlformats.org/officeDocument/2006/relationships/tags" Target="../tags/tag1031.xml"/><Relationship Id="rId7" Type="http://schemas.openxmlformats.org/officeDocument/2006/relationships/tags" Target="../tags/tag1035.xml"/><Relationship Id="rId2" Type="http://schemas.openxmlformats.org/officeDocument/2006/relationships/tags" Target="../tags/tag1030.xml"/><Relationship Id="rId1" Type="http://schemas.openxmlformats.org/officeDocument/2006/relationships/tags" Target="../tags/tag1029.xml"/><Relationship Id="rId6" Type="http://schemas.openxmlformats.org/officeDocument/2006/relationships/tags" Target="../tags/tag1034.xml"/><Relationship Id="rId11" Type="http://schemas.openxmlformats.org/officeDocument/2006/relationships/image" Target="../media/image23.png"/><Relationship Id="rId5" Type="http://schemas.openxmlformats.org/officeDocument/2006/relationships/tags" Target="../tags/tag1033.xml"/><Relationship Id="rId10" Type="http://schemas.openxmlformats.org/officeDocument/2006/relationships/image" Target="../media/image22.png"/><Relationship Id="rId4" Type="http://schemas.openxmlformats.org/officeDocument/2006/relationships/tags" Target="../tags/tag1032.xml"/><Relationship Id="rId9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3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045.xml"/><Relationship Id="rId13" Type="http://schemas.openxmlformats.org/officeDocument/2006/relationships/tags" Target="../tags/tag1050.xml"/><Relationship Id="rId18" Type="http://schemas.openxmlformats.org/officeDocument/2006/relationships/image" Target="../media/image24.png"/><Relationship Id="rId3" Type="http://schemas.openxmlformats.org/officeDocument/2006/relationships/tags" Target="../tags/tag1040.xml"/><Relationship Id="rId7" Type="http://schemas.openxmlformats.org/officeDocument/2006/relationships/tags" Target="../tags/tag1044.xml"/><Relationship Id="rId12" Type="http://schemas.openxmlformats.org/officeDocument/2006/relationships/tags" Target="../tags/tag1049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1039.xml"/><Relationship Id="rId16" Type="http://schemas.openxmlformats.org/officeDocument/2006/relationships/tags" Target="../tags/tag1053.xml"/><Relationship Id="rId1" Type="http://schemas.openxmlformats.org/officeDocument/2006/relationships/tags" Target="../tags/tag1038.xml"/><Relationship Id="rId6" Type="http://schemas.openxmlformats.org/officeDocument/2006/relationships/tags" Target="../tags/tag1043.xml"/><Relationship Id="rId11" Type="http://schemas.openxmlformats.org/officeDocument/2006/relationships/tags" Target="../tags/tag1048.xml"/><Relationship Id="rId5" Type="http://schemas.openxmlformats.org/officeDocument/2006/relationships/tags" Target="../tags/tag1042.xml"/><Relationship Id="rId15" Type="http://schemas.openxmlformats.org/officeDocument/2006/relationships/tags" Target="../tags/tag1052.xml"/><Relationship Id="rId10" Type="http://schemas.openxmlformats.org/officeDocument/2006/relationships/tags" Target="../tags/tag1047.xml"/><Relationship Id="rId4" Type="http://schemas.openxmlformats.org/officeDocument/2006/relationships/tags" Target="../tags/tag1041.xml"/><Relationship Id="rId9" Type="http://schemas.openxmlformats.org/officeDocument/2006/relationships/tags" Target="../tags/tag1046.xml"/><Relationship Id="rId14" Type="http://schemas.openxmlformats.org/officeDocument/2006/relationships/tags" Target="../tags/tag105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061.xml"/><Relationship Id="rId13" Type="http://schemas.openxmlformats.org/officeDocument/2006/relationships/tags" Target="../tags/tag1066.xml"/><Relationship Id="rId18" Type="http://schemas.openxmlformats.org/officeDocument/2006/relationships/image" Target="../media/image25.png"/><Relationship Id="rId3" Type="http://schemas.openxmlformats.org/officeDocument/2006/relationships/tags" Target="../tags/tag1056.xml"/><Relationship Id="rId7" Type="http://schemas.openxmlformats.org/officeDocument/2006/relationships/tags" Target="../tags/tag1060.xml"/><Relationship Id="rId12" Type="http://schemas.openxmlformats.org/officeDocument/2006/relationships/tags" Target="../tags/tag1065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1055.xml"/><Relationship Id="rId16" Type="http://schemas.openxmlformats.org/officeDocument/2006/relationships/tags" Target="../tags/tag1069.xml"/><Relationship Id="rId1" Type="http://schemas.openxmlformats.org/officeDocument/2006/relationships/tags" Target="../tags/tag1054.xml"/><Relationship Id="rId6" Type="http://schemas.openxmlformats.org/officeDocument/2006/relationships/tags" Target="../tags/tag1059.xml"/><Relationship Id="rId11" Type="http://schemas.openxmlformats.org/officeDocument/2006/relationships/tags" Target="../tags/tag1064.xml"/><Relationship Id="rId5" Type="http://schemas.openxmlformats.org/officeDocument/2006/relationships/tags" Target="../tags/tag1058.xml"/><Relationship Id="rId15" Type="http://schemas.openxmlformats.org/officeDocument/2006/relationships/tags" Target="../tags/tag1068.xml"/><Relationship Id="rId10" Type="http://schemas.openxmlformats.org/officeDocument/2006/relationships/tags" Target="../tags/tag1063.xml"/><Relationship Id="rId4" Type="http://schemas.openxmlformats.org/officeDocument/2006/relationships/tags" Target="../tags/tag1057.xml"/><Relationship Id="rId9" Type="http://schemas.openxmlformats.org/officeDocument/2006/relationships/tags" Target="../tags/tag1062.xml"/><Relationship Id="rId14" Type="http://schemas.openxmlformats.org/officeDocument/2006/relationships/tags" Target="../tags/tag106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077.xml"/><Relationship Id="rId3" Type="http://schemas.openxmlformats.org/officeDocument/2006/relationships/tags" Target="../tags/tag1072.xml"/><Relationship Id="rId7" Type="http://schemas.openxmlformats.org/officeDocument/2006/relationships/tags" Target="../tags/tag1076.xml"/><Relationship Id="rId2" Type="http://schemas.openxmlformats.org/officeDocument/2006/relationships/tags" Target="../tags/tag1071.xml"/><Relationship Id="rId1" Type="http://schemas.openxmlformats.org/officeDocument/2006/relationships/tags" Target="../tags/tag1070.xml"/><Relationship Id="rId6" Type="http://schemas.openxmlformats.org/officeDocument/2006/relationships/tags" Target="../tags/tag1075.xml"/><Relationship Id="rId11" Type="http://schemas.openxmlformats.org/officeDocument/2006/relationships/image" Target="../media/image27.png"/><Relationship Id="rId5" Type="http://schemas.openxmlformats.org/officeDocument/2006/relationships/tags" Target="../tags/tag1074.xml"/><Relationship Id="rId10" Type="http://schemas.openxmlformats.org/officeDocument/2006/relationships/image" Target="../media/image26.png"/><Relationship Id="rId4" Type="http://schemas.openxmlformats.org/officeDocument/2006/relationships/tags" Target="../tags/tag1073.xml"/><Relationship Id="rId9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080.xml"/><Relationship Id="rId2" Type="http://schemas.openxmlformats.org/officeDocument/2006/relationships/tags" Target="../tags/tag1079.xml"/><Relationship Id="rId1" Type="http://schemas.openxmlformats.org/officeDocument/2006/relationships/tags" Target="../tags/tag1078.xml"/><Relationship Id="rId4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088.xml"/><Relationship Id="rId13" Type="http://schemas.openxmlformats.org/officeDocument/2006/relationships/tags" Target="../tags/tag1093.xml"/><Relationship Id="rId18" Type="http://schemas.openxmlformats.org/officeDocument/2006/relationships/image" Target="../media/image29.png"/><Relationship Id="rId3" Type="http://schemas.openxmlformats.org/officeDocument/2006/relationships/tags" Target="../tags/tag1083.xml"/><Relationship Id="rId7" Type="http://schemas.openxmlformats.org/officeDocument/2006/relationships/tags" Target="../tags/tag1087.xml"/><Relationship Id="rId12" Type="http://schemas.openxmlformats.org/officeDocument/2006/relationships/tags" Target="../tags/tag1092.xml"/><Relationship Id="rId17" Type="http://schemas.openxmlformats.org/officeDocument/2006/relationships/image" Target="../media/image28.png"/><Relationship Id="rId2" Type="http://schemas.openxmlformats.org/officeDocument/2006/relationships/tags" Target="../tags/tag1082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1081.xml"/><Relationship Id="rId6" Type="http://schemas.openxmlformats.org/officeDocument/2006/relationships/tags" Target="../tags/tag1086.xml"/><Relationship Id="rId11" Type="http://schemas.openxmlformats.org/officeDocument/2006/relationships/tags" Target="../tags/tag1091.xml"/><Relationship Id="rId5" Type="http://schemas.openxmlformats.org/officeDocument/2006/relationships/tags" Target="../tags/tag1085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090.xml"/><Relationship Id="rId4" Type="http://schemas.openxmlformats.org/officeDocument/2006/relationships/tags" Target="../tags/tag1084.xml"/><Relationship Id="rId9" Type="http://schemas.openxmlformats.org/officeDocument/2006/relationships/tags" Target="../tags/tag1089.xml"/><Relationship Id="rId14" Type="http://schemas.openxmlformats.org/officeDocument/2006/relationships/tags" Target="../tags/tag109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102.xml"/><Relationship Id="rId13" Type="http://schemas.openxmlformats.org/officeDocument/2006/relationships/tags" Target="../tags/tag1107.xml"/><Relationship Id="rId18" Type="http://schemas.openxmlformats.org/officeDocument/2006/relationships/image" Target="../media/image32.png"/><Relationship Id="rId3" Type="http://schemas.openxmlformats.org/officeDocument/2006/relationships/tags" Target="../tags/tag1097.xml"/><Relationship Id="rId7" Type="http://schemas.openxmlformats.org/officeDocument/2006/relationships/tags" Target="../tags/tag1101.xml"/><Relationship Id="rId12" Type="http://schemas.openxmlformats.org/officeDocument/2006/relationships/tags" Target="../tags/tag1106.xml"/><Relationship Id="rId17" Type="http://schemas.openxmlformats.org/officeDocument/2006/relationships/image" Target="../media/image31.png"/><Relationship Id="rId2" Type="http://schemas.openxmlformats.org/officeDocument/2006/relationships/tags" Target="../tags/tag1096.xml"/><Relationship Id="rId16" Type="http://schemas.openxmlformats.org/officeDocument/2006/relationships/image" Target="../media/image30.png"/><Relationship Id="rId1" Type="http://schemas.openxmlformats.org/officeDocument/2006/relationships/tags" Target="../tags/tag1095.xml"/><Relationship Id="rId6" Type="http://schemas.openxmlformats.org/officeDocument/2006/relationships/tags" Target="../tags/tag1100.xml"/><Relationship Id="rId11" Type="http://schemas.openxmlformats.org/officeDocument/2006/relationships/tags" Target="../tags/tag1105.xml"/><Relationship Id="rId5" Type="http://schemas.openxmlformats.org/officeDocument/2006/relationships/tags" Target="../tags/tag1099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104.xml"/><Relationship Id="rId19" Type="http://schemas.openxmlformats.org/officeDocument/2006/relationships/image" Target="../media/image33.png"/><Relationship Id="rId4" Type="http://schemas.openxmlformats.org/officeDocument/2006/relationships/tags" Target="../tags/tag1098.xml"/><Relationship Id="rId9" Type="http://schemas.openxmlformats.org/officeDocument/2006/relationships/tags" Target="../tags/tag1103.xml"/><Relationship Id="rId14" Type="http://schemas.openxmlformats.org/officeDocument/2006/relationships/tags" Target="../tags/tag110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116.xml"/><Relationship Id="rId13" Type="http://schemas.openxmlformats.org/officeDocument/2006/relationships/image" Target="../media/image35.png"/><Relationship Id="rId3" Type="http://schemas.openxmlformats.org/officeDocument/2006/relationships/tags" Target="../tags/tag1111.xml"/><Relationship Id="rId7" Type="http://schemas.openxmlformats.org/officeDocument/2006/relationships/tags" Target="../tags/tag1115.xml"/><Relationship Id="rId12" Type="http://schemas.openxmlformats.org/officeDocument/2006/relationships/image" Target="../media/image34.png"/><Relationship Id="rId2" Type="http://schemas.openxmlformats.org/officeDocument/2006/relationships/tags" Target="../tags/tag1110.xml"/><Relationship Id="rId1" Type="http://schemas.openxmlformats.org/officeDocument/2006/relationships/tags" Target="../tags/tag1109.xml"/><Relationship Id="rId6" Type="http://schemas.openxmlformats.org/officeDocument/2006/relationships/tags" Target="../tags/tag1114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113.xml"/><Relationship Id="rId10" Type="http://schemas.openxmlformats.org/officeDocument/2006/relationships/tags" Target="../tags/tag1118.xml"/><Relationship Id="rId4" Type="http://schemas.openxmlformats.org/officeDocument/2006/relationships/tags" Target="../tags/tag1112.xml"/><Relationship Id="rId9" Type="http://schemas.openxmlformats.org/officeDocument/2006/relationships/tags" Target="../tags/tag11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1121.xml"/><Relationship Id="rId7" Type="http://schemas.openxmlformats.org/officeDocument/2006/relationships/image" Target="../media/image36.png"/><Relationship Id="rId2" Type="http://schemas.openxmlformats.org/officeDocument/2006/relationships/tags" Target="../tags/tag1120.xml"/><Relationship Id="rId1" Type="http://schemas.openxmlformats.org/officeDocument/2006/relationships/tags" Target="../tags/tag1119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123.xml"/><Relationship Id="rId4" Type="http://schemas.openxmlformats.org/officeDocument/2006/relationships/tags" Target="../tags/tag112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131.xml"/><Relationship Id="rId13" Type="http://schemas.openxmlformats.org/officeDocument/2006/relationships/tags" Target="../tags/tag1136.xml"/><Relationship Id="rId18" Type="http://schemas.openxmlformats.org/officeDocument/2006/relationships/tags" Target="../tags/tag1141.xml"/><Relationship Id="rId3" Type="http://schemas.openxmlformats.org/officeDocument/2006/relationships/tags" Target="../tags/tag1126.xml"/><Relationship Id="rId21" Type="http://schemas.openxmlformats.org/officeDocument/2006/relationships/tags" Target="../tags/tag1144.xml"/><Relationship Id="rId7" Type="http://schemas.openxmlformats.org/officeDocument/2006/relationships/tags" Target="../tags/tag1130.xml"/><Relationship Id="rId12" Type="http://schemas.openxmlformats.org/officeDocument/2006/relationships/tags" Target="../tags/tag1135.xml"/><Relationship Id="rId17" Type="http://schemas.openxmlformats.org/officeDocument/2006/relationships/tags" Target="../tags/tag1140.xml"/><Relationship Id="rId2" Type="http://schemas.openxmlformats.org/officeDocument/2006/relationships/tags" Target="../tags/tag1125.xml"/><Relationship Id="rId16" Type="http://schemas.openxmlformats.org/officeDocument/2006/relationships/tags" Target="../tags/tag1139.xml"/><Relationship Id="rId20" Type="http://schemas.openxmlformats.org/officeDocument/2006/relationships/tags" Target="../tags/tag1143.xml"/><Relationship Id="rId1" Type="http://schemas.openxmlformats.org/officeDocument/2006/relationships/tags" Target="../tags/tag1124.xml"/><Relationship Id="rId6" Type="http://schemas.openxmlformats.org/officeDocument/2006/relationships/tags" Target="../tags/tag1129.xml"/><Relationship Id="rId11" Type="http://schemas.openxmlformats.org/officeDocument/2006/relationships/tags" Target="../tags/tag1134.xml"/><Relationship Id="rId24" Type="http://schemas.openxmlformats.org/officeDocument/2006/relationships/slideLayout" Target="../slideLayouts/slideLayout6.xml"/><Relationship Id="rId5" Type="http://schemas.openxmlformats.org/officeDocument/2006/relationships/tags" Target="../tags/tag1128.xml"/><Relationship Id="rId15" Type="http://schemas.openxmlformats.org/officeDocument/2006/relationships/tags" Target="../tags/tag1138.xml"/><Relationship Id="rId23" Type="http://schemas.openxmlformats.org/officeDocument/2006/relationships/tags" Target="../tags/tag1146.xml"/><Relationship Id="rId10" Type="http://schemas.openxmlformats.org/officeDocument/2006/relationships/tags" Target="../tags/tag1133.xml"/><Relationship Id="rId19" Type="http://schemas.openxmlformats.org/officeDocument/2006/relationships/tags" Target="../tags/tag1142.xml"/><Relationship Id="rId4" Type="http://schemas.openxmlformats.org/officeDocument/2006/relationships/tags" Target="../tags/tag1127.xml"/><Relationship Id="rId9" Type="http://schemas.openxmlformats.org/officeDocument/2006/relationships/tags" Target="../tags/tag1132.xml"/><Relationship Id="rId14" Type="http://schemas.openxmlformats.org/officeDocument/2006/relationships/tags" Target="../tags/tag1137.xml"/><Relationship Id="rId22" Type="http://schemas.openxmlformats.org/officeDocument/2006/relationships/tags" Target="../tags/tag1145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154.xml"/><Relationship Id="rId13" Type="http://schemas.openxmlformats.org/officeDocument/2006/relationships/tags" Target="../tags/tag1159.xml"/><Relationship Id="rId3" Type="http://schemas.openxmlformats.org/officeDocument/2006/relationships/tags" Target="../tags/tag1149.xml"/><Relationship Id="rId7" Type="http://schemas.openxmlformats.org/officeDocument/2006/relationships/tags" Target="../tags/tag1153.xml"/><Relationship Id="rId12" Type="http://schemas.openxmlformats.org/officeDocument/2006/relationships/tags" Target="../tags/tag1158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1148.xml"/><Relationship Id="rId16" Type="http://schemas.openxmlformats.org/officeDocument/2006/relationships/tags" Target="../tags/tag1162.xml"/><Relationship Id="rId1" Type="http://schemas.openxmlformats.org/officeDocument/2006/relationships/tags" Target="../tags/tag1147.xml"/><Relationship Id="rId6" Type="http://schemas.openxmlformats.org/officeDocument/2006/relationships/tags" Target="../tags/tag1152.xml"/><Relationship Id="rId11" Type="http://schemas.openxmlformats.org/officeDocument/2006/relationships/tags" Target="../tags/tag1157.xml"/><Relationship Id="rId5" Type="http://schemas.openxmlformats.org/officeDocument/2006/relationships/tags" Target="../tags/tag1151.xml"/><Relationship Id="rId15" Type="http://schemas.openxmlformats.org/officeDocument/2006/relationships/tags" Target="../tags/tag1161.xml"/><Relationship Id="rId10" Type="http://schemas.openxmlformats.org/officeDocument/2006/relationships/tags" Target="../tags/tag1156.xml"/><Relationship Id="rId4" Type="http://schemas.openxmlformats.org/officeDocument/2006/relationships/tags" Target="../tags/tag1150.xml"/><Relationship Id="rId9" Type="http://schemas.openxmlformats.org/officeDocument/2006/relationships/tags" Target="../tags/tag1155.xml"/><Relationship Id="rId14" Type="http://schemas.openxmlformats.org/officeDocument/2006/relationships/tags" Target="../tags/tag116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170.xml"/><Relationship Id="rId13" Type="http://schemas.openxmlformats.org/officeDocument/2006/relationships/image" Target="../media/image37.png"/><Relationship Id="rId3" Type="http://schemas.openxmlformats.org/officeDocument/2006/relationships/tags" Target="../tags/tag1165.xml"/><Relationship Id="rId7" Type="http://schemas.openxmlformats.org/officeDocument/2006/relationships/tags" Target="../tags/tag1169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1164.xml"/><Relationship Id="rId1" Type="http://schemas.openxmlformats.org/officeDocument/2006/relationships/tags" Target="../tags/tag1163.xml"/><Relationship Id="rId6" Type="http://schemas.openxmlformats.org/officeDocument/2006/relationships/tags" Target="../tags/tag1168.xml"/><Relationship Id="rId11" Type="http://schemas.openxmlformats.org/officeDocument/2006/relationships/tags" Target="../tags/tag1173.xml"/><Relationship Id="rId5" Type="http://schemas.openxmlformats.org/officeDocument/2006/relationships/tags" Target="../tags/tag1167.xml"/><Relationship Id="rId15" Type="http://schemas.openxmlformats.org/officeDocument/2006/relationships/image" Target="../media/image39.png"/><Relationship Id="rId10" Type="http://schemas.openxmlformats.org/officeDocument/2006/relationships/tags" Target="../tags/tag1172.xml"/><Relationship Id="rId4" Type="http://schemas.openxmlformats.org/officeDocument/2006/relationships/tags" Target="../tags/tag1166.xml"/><Relationship Id="rId9" Type="http://schemas.openxmlformats.org/officeDocument/2006/relationships/tags" Target="../tags/tag1171.xml"/><Relationship Id="rId1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1176.xml"/><Relationship Id="rId7" Type="http://schemas.openxmlformats.org/officeDocument/2006/relationships/image" Target="../media/image40.png"/><Relationship Id="rId2" Type="http://schemas.openxmlformats.org/officeDocument/2006/relationships/tags" Target="../tags/tag1175.xml"/><Relationship Id="rId1" Type="http://schemas.openxmlformats.org/officeDocument/2006/relationships/tags" Target="../tags/tag1174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178.xml"/><Relationship Id="rId4" Type="http://schemas.openxmlformats.org/officeDocument/2006/relationships/tags" Target="../tags/tag117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1186.xml"/><Relationship Id="rId3" Type="http://schemas.openxmlformats.org/officeDocument/2006/relationships/tags" Target="../tags/tag1181.xml"/><Relationship Id="rId7" Type="http://schemas.openxmlformats.org/officeDocument/2006/relationships/tags" Target="../tags/tag1185.xml"/><Relationship Id="rId2" Type="http://schemas.openxmlformats.org/officeDocument/2006/relationships/tags" Target="../tags/tag1180.xml"/><Relationship Id="rId1" Type="http://schemas.openxmlformats.org/officeDocument/2006/relationships/tags" Target="../tags/tag1179.xml"/><Relationship Id="rId6" Type="http://schemas.openxmlformats.org/officeDocument/2006/relationships/tags" Target="../tags/tag1184.xml"/><Relationship Id="rId11" Type="http://schemas.openxmlformats.org/officeDocument/2006/relationships/image" Target="../media/image42.png"/><Relationship Id="rId5" Type="http://schemas.openxmlformats.org/officeDocument/2006/relationships/tags" Target="../tags/tag1183.xml"/><Relationship Id="rId10" Type="http://schemas.openxmlformats.org/officeDocument/2006/relationships/image" Target="../media/image41.png"/><Relationship Id="rId4" Type="http://schemas.openxmlformats.org/officeDocument/2006/relationships/tags" Target="../tags/tag1182.xml"/><Relationship Id="rId9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1194.xml"/><Relationship Id="rId13" Type="http://schemas.openxmlformats.org/officeDocument/2006/relationships/image" Target="../media/image43.png"/><Relationship Id="rId3" Type="http://schemas.openxmlformats.org/officeDocument/2006/relationships/tags" Target="../tags/tag1189.xml"/><Relationship Id="rId7" Type="http://schemas.openxmlformats.org/officeDocument/2006/relationships/tags" Target="../tags/tag1193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1188.xml"/><Relationship Id="rId1" Type="http://schemas.openxmlformats.org/officeDocument/2006/relationships/tags" Target="../tags/tag1187.xml"/><Relationship Id="rId6" Type="http://schemas.openxmlformats.org/officeDocument/2006/relationships/tags" Target="../tags/tag1192.xml"/><Relationship Id="rId11" Type="http://schemas.openxmlformats.org/officeDocument/2006/relationships/tags" Target="../tags/tag1197.xml"/><Relationship Id="rId5" Type="http://schemas.openxmlformats.org/officeDocument/2006/relationships/tags" Target="../tags/tag1191.xml"/><Relationship Id="rId15" Type="http://schemas.openxmlformats.org/officeDocument/2006/relationships/image" Target="../media/image45.png"/><Relationship Id="rId10" Type="http://schemas.openxmlformats.org/officeDocument/2006/relationships/tags" Target="../tags/tag1196.xml"/><Relationship Id="rId4" Type="http://schemas.openxmlformats.org/officeDocument/2006/relationships/tags" Target="../tags/tag1190.xml"/><Relationship Id="rId9" Type="http://schemas.openxmlformats.org/officeDocument/2006/relationships/tags" Target="../tags/tag1195.xml"/><Relationship Id="rId1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1205.xml"/><Relationship Id="rId13" Type="http://schemas.openxmlformats.org/officeDocument/2006/relationships/tags" Target="../tags/tag1210.xml"/><Relationship Id="rId3" Type="http://schemas.openxmlformats.org/officeDocument/2006/relationships/tags" Target="../tags/tag1200.xml"/><Relationship Id="rId7" Type="http://schemas.openxmlformats.org/officeDocument/2006/relationships/tags" Target="../tags/tag1204.xml"/><Relationship Id="rId12" Type="http://schemas.openxmlformats.org/officeDocument/2006/relationships/tags" Target="../tags/tag1209.xml"/><Relationship Id="rId2" Type="http://schemas.openxmlformats.org/officeDocument/2006/relationships/tags" Target="../tags/tag1199.xml"/><Relationship Id="rId16" Type="http://schemas.openxmlformats.org/officeDocument/2006/relationships/image" Target="../media/image46.png"/><Relationship Id="rId1" Type="http://schemas.openxmlformats.org/officeDocument/2006/relationships/tags" Target="../tags/tag1198.xml"/><Relationship Id="rId6" Type="http://schemas.openxmlformats.org/officeDocument/2006/relationships/tags" Target="../tags/tag1203.xml"/><Relationship Id="rId11" Type="http://schemas.openxmlformats.org/officeDocument/2006/relationships/tags" Target="../tags/tag1208.xml"/><Relationship Id="rId5" Type="http://schemas.openxmlformats.org/officeDocument/2006/relationships/tags" Target="../tags/tag1202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207.xml"/><Relationship Id="rId4" Type="http://schemas.openxmlformats.org/officeDocument/2006/relationships/tags" Target="../tags/tag1201.xml"/><Relationship Id="rId9" Type="http://schemas.openxmlformats.org/officeDocument/2006/relationships/tags" Target="../tags/tag1206.xml"/><Relationship Id="rId14" Type="http://schemas.openxmlformats.org/officeDocument/2006/relationships/tags" Target="../tags/tag121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1219.xml"/><Relationship Id="rId3" Type="http://schemas.openxmlformats.org/officeDocument/2006/relationships/tags" Target="../tags/tag1214.xml"/><Relationship Id="rId7" Type="http://schemas.openxmlformats.org/officeDocument/2006/relationships/tags" Target="../tags/tag1218.xml"/><Relationship Id="rId2" Type="http://schemas.openxmlformats.org/officeDocument/2006/relationships/tags" Target="../tags/tag1213.xml"/><Relationship Id="rId1" Type="http://schemas.openxmlformats.org/officeDocument/2006/relationships/tags" Target="../tags/tag1212.xml"/><Relationship Id="rId6" Type="http://schemas.openxmlformats.org/officeDocument/2006/relationships/tags" Target="../tags/tag1217.xml"/><Relationship Id="rId11" Type="http://schemas.openxmlformats.org/officeDocument/2006/relationships/image" Target="../media/image48.png"/><Relationship Id="rId5" Type="http://schemas.openxmlformats.org/officeDocument/2006/relationships/tags" Target="../tags/tag1216.xml"/><Relationship Id="rId10" Type="http://schemas.openxmlformats.org/officeDocument/2006/relationships/image" Target="../media/image47.png"/><Relationship Id="rId4" Type="http://schemas.openxmlformats.org/officeDocument/2006/relationships/tags" Target="../tags/tag1215.xml"/><Relationship Id="rId9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1222.xml"/><Relationship Id="rId7" Type="http://schemas.openxmlformats.org/officeDocument/2006/relationships/image" Target="../media/image49.png"/><Relationship Id="rId2" Type="http://schemas.openxmlformats.org/officeDocument/2006/relationships/tags" Target="../tags/tag1221.xml"/><Relationship Id="rId1" Type="http://schemas.openxmlformats.org/officeDocument/2006/relationships/tags" Target="../tags/tag1220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22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tags" Target="../tags/tag1226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225.xml"/><Relationship Id="rId1" Type="http://schemas.openxmlformats.org/officeDocument/2006/relationships/tags" Target="../tags/tag1224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28.xml"/><Relationship Id="rId4" Type="http://schemas.openxmlformats.org/officeDocument/2006/relationships/tags" Target="../tags/tag122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1231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1230.xml"/><Relationship Id="rId1" Type="http://schemas.openxmlformats.org/officeDocument/2006/relationships/tags" Target="../tags/tag1229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33.xml"/><Relationship Id="rId4" Type="http://schemas.openxmlformats.org/officeDocument/2006/relationships/tags" Target="../tags/tag123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1241.xml"/><Relationship Id="rId13" Type="http://schemas.openxmlformats.org/officeDocument/2006/relationships/tags" Target="../tags/tag1246.xml"/><Relationship Id="rId18" Type="http://schemas.openxmlformats.org/officeDocument/2006/relationships/tags" Target="../tags/tag1251.xml"/><Relationship Id="rId3" Type="http://schemas.openxmlformats.org/officeDocument/2006/relationships/tags" Target="../tags/tag1236.xml"/><Relationship Id="rId21" Type="http://schemas.openxmlformats.org/officeDocument/2006/relationships/tags" Target="../tags/tag1254.xml"/><Relationship Id="rId7" Type="http://schemas.openxmlformats.org/officeDocument/2006/relationships/tags" Target="../tags/tag1240.xml"/><Relationship Id="rId12" Type="http://schemas.openxmlformats.org/officeDocument/2006/relationships/tags" Target="../tags/tag1245.xml"/><Relationship Id="rId17" Type="http://schemas.openxmlformats.org/officeDocument/2006/relationships/tags" Target="../tags/tag1250.xml"/><Relationship Id="rId2" Type="http://schemas.openxmlformats.org/officeDocument/2006/relationships/tags" Target="../tags/tag1235.xml"/><Relationship Id="rId16" Type="http://schemas.openxmlformats.org/officeDocument/2006/relationships/tags" Target="../tags/tag1249.xml"/><Relationship Id="rId20" Type="http://schemas.openxmlformats.org/officeDocument/2006/relationships/tags" Target="../tags/tag1253.xml"/><Relationship Id="rId1" Type="http://schemas.openxmlformats.org/officeDocument/2006/relationships/tags" Target="../tags/tag1234.xml"/><Relationship Id="rId6" Type="http://schemas.openxmlformats.org/officeDocument/2006/relationships/tags" Target="../tags/tag1239.xml"/><Relationship Id="rId11" Type="http://schemas.openxmlformats.org/officeDocument/2006/relationships/tags" Target="../tags/tag1244.xml"/><Relationship Id="rId24" Type="http://schemas.openxmlformats.org/officeDocument/2006/relationships/image" Target="../media/image52.png"/><Relationship Id="rId5" Type="http://schemas.openxmlformats.org/officeDocument/2006/relationships/tags" Target="../tags/tag1238.xml"/><Relationship Id="rId15" Type="http://schemas.openxmlformats.org/officeDocument/2006/relationships/tags" Target="../tags/tag1248.xml"/><Relationship Id="rId23" Type="http://schemas.openxmlformats.org/officeDocument/2006/relationships/image" Target="../media/image15.png"/><Relationship Id="rId10" Type="http://schemas.openxmlformats.org/officeDocument/2006/relationships/tags" Target="../tags/tag1243.xml"/><Relationship Id="rId19" Type="http://schemas.openxmlformats.org/officeDocument/2006/relationships/tags" Target="../tags/tag1252.xml"/><Relationship Id="rId4" Type="http://schemas.openxmlformats.org/officeDocument/2006/relationships/tags" Target="../tags/tag1237.xml"/><Relationship Id="rId9" Type="http://schemas.openxmlformats.org/officeDocument/2006/relationships/tags" Target="../tags/tag1242.xml"/><Relationship Id="rId14" Type="http://schemas.openxmlformats.org/officeDocument/2006/relationships/tags" Target="../tags/tag1247.xml"/><Relationship Id="rId22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tags" Target="../tags/tag1257.xml"/><Relationship Id="rId7" Type="http://schemas.openxmlformats.org/officeDocument/2006/relationships/image" Target="../media/image53.png"/><Relationship Id="rId2" Type="http://schemas.openxmlformats.org/officeDocument/2006/relationships/tags" Target="../tags/tag1256.xml"/><Relationship Id="rId1" Type="http://schemas.openxmlformats.org/officeDocument/2006/relationships/tags" Target="../tags/tag1255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59.xml"/><Relationship Id="rId4" Type="http://schemas.openxmlformats.org/officeDocument/2006/relationships/tags" Target="../tags/tag125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1267.xml"/><Relationship Id="rId13" Type="http://schemas.openxmlformats.org/officeDocument/2006/relationships/tags" Target="../tags/tag1272.xml"/><Relationship Id="rId18" Type="http://schemas.openxmlformats.org/officeDocument/2006/relationships/image" Target="../media/image55.png"/><Relationship Id="rId3" Type="http://schemas.openxmlformats.org/officeDocument/2006/relationships/tags" Target="../tags/tag1262.xml"/><Relationship Id="rId21" Type="http://schemas.openxmlformats.org/officeDocument/2006/relationships/image" Target="../media/image58.svg"/><Relationship Id="rId7" Type="http://schemas.openxmlformats.org/officeDocument/2006/relationships/tags" Target="../tags/tag1266.xml"/><Relationship Id="rId12" Type="http://schemas.openxmlformats.org/officeDocument/2006/relationships/tags" Target="../tags/tag1271.xml"/><Relationship Id="rId17" Type="http://schemas.openxmlformats.org/officeDocument/2006/relationships/notesSlide" Target="../notesSlides/notesSlide7.xml"/><Relationship Id="rId2" Type="http://schemas.openxmlformats.org/officeDocument/2006/relationships/tags" Target="../tags/tag1261.xml"/><Relationship Id="rId16" Type="http://schemas.openxmlformats.org/officeDocument/2006/relationships/slideLayout" Target="../slideLayouts/slideLayout6.xml"/><Relationship Id="rId20" Type="http://schemas.openxmlformats.org/officeDocument/2006/relationships/image" Target="../media/image57.png"/><Relationship Id="rId1" Type="http://schemas.openxmlformats.org/officeDocument/2006/relationships/tags" Target="../tags/tag1260.xml"/><Relationship Id="rId6" Type="http://schemas.openxmlformats.org/officeDocument/2006/relationships/tags" Target="../tags/tag1265.xml"/><Relationship Id="rId11" Type="http://schemas.openxmlformats.org/officeDocument/2006/relationships/tags" Target="../tags/tag1270.xml"/><Relationship Id="rId5" Type="http://schemas.openxmlformats.org/officeDocument/2006/relationships/tags" Target="../tags/tag1264.xml"/><Relationship Id="rId15" Type="http://schemas.openxmlformats.org/officeDocument/2006/relationships/tags" Target="../tags/tag1274.xml"/><Relationship Id="rId10" Type="http://schemas.openxmlformats.org/officeDocument/2006/relationships/tags" Target="../tags/tag1269.xml"/><Relationship Id="rId19" Type="http://schemas.openxmlformats.org/officeDocument/2006/relationships/image" Target="../media/image56.svg"/><Relationship Id="rId4" Type="http://schemas.openxmlformats.org/officeDocument/2006/relationships/tags" Target="../tags/tag1263.xml"/><Relationship Id="rId9" Type="http://schemas.openxmlformats.org/officeDocument/2006/relationships/tags" Target="../tags/tag1268.xml"/><Relationship Id="rId14" Type="http://schemas.openxmlformats.org/officeDocument/2006/relationships/tags" Target="../tags/tag127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1282.xml"/><Relationship Id="rId3" Type="http://schemas.openxmlformats.org/officeDocument/2006/relationships/tags" Target="../tags/tag1277.xml"/><Relationship Id="rId7" Type="http://schemas.openxmlformats.org/officeDocument/2006/relationships/tags" Target="../tags/tag1281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1276.xml"/><Relationship Id="rId1" Type="http://schemas.openxmlformats.org/officeDocument/2006/relationships/tags" Target="../tags/tag1275.xml"/><Relationship Id="rId6" Type="http://schemas.openxmlformats.org/officeDocument/2006/relationships/tags" Target="../tags/tag1280.xml"/><Relationship Id="rId11" Type="http://schemas.openxmlformats.org/officeDocument/2006/relationships/tags" Target="../tags/tag1285.xml"/><Relationship Id="rId5" Type="http://schemas.openxmlformats.org/officeDocument/2006/relationships/tags" Target="../tags/tag1279.xml"/><Relationship Id="rId10" Type="http://schemas.openxmlformats.org/officeDocument/2006/relationships/tags" Target="../tags/tag1284.xml"/><Relationship Id="rId4" Type="http://schemas.openxmlformats.org/officeDocument/2006/relationships/tags" Target="../tags/tag1278.xml"/><Relationship Id="rId9" Type="http://schemas.openxmlformats.org/officeDocument/2006/relationships/tags" Target="../tags/tag128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1293.xml"/><Relationship Id="rId13" Type="http://schemas.openxmlformats.org/officeDocument/2006/relationships/image" Target="../media/image60.png"/><Relationship Id="rId3" Type="http://schemas.openxmlformats.org/officeDocument/2006/relationships/tags" Target="../tags/tag1288.xml"/><Relationship Id="rId7" Type="http://schemas.openxmlformats.org/officeDocument/2006/relationships/tags" Target="../tags/tag1292.xml"/><Relationship Id="rId12" Type="http://schemas.openxmlformats.org/officeDocument/2006/relationships/image" Target="../media/image59.png"/><Relationship Id="rId2" Type="http://schemas.openxmlformats.org/officeDocument/2006/relationships/tags" Target="../tags/tag1287.xml"/><Relationship Id="rId1" Type="http://schemas.openxmlformats.org/officeDocument/2006/relationships/tags" Target="../tags/tag1286.xml"/><Relationship Id="rId6" Type="http://schemas.openxmlformats.org/officeDocument/2006/relationships/tags" Target="../tags/tag1291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290.xml"/><Relationship Id="rId10" Type="http://schemas.openxmlformats.org/officeDocument/2006/relationships/tags" Target="../tags/tag1295.xml"/><Relationship Id="rId4" Type="http://schemas.openxmlformats.org/officeDocument/2006/relationships/tags" Target="../tags/tag1289.xml"/><Relationship Id="rId9" Type="http://schemas.openxmlformats.org/officeDocument/2006/relationships/tags" Target="../tags/tag129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303.xml"/><Relationship Id="rId13" Type="http://schemas.openxmlformats.org/officeDocument/2006/relationships/tags" Target="../tags/tag1308.xml"/><Relationship Id="rId18" Type="http://schemas.openxmlformats.org/officeDocument/2006/relationships/tags" Target="../tags/tag1313.xml"/><Relationship Id="rId3" Type="http://schemas.openxmlformats.org/officeDocument/2006/relationships/tags" Target="../tags/tag1298.xml"/><Relationship Id="rId21" Type="http://schemas.openxmlformats.org/officeDocument/2006/relationships/tags" Target="../tags/tag1316.xml"/><Relationship Id="rId7" Type="http://schemas.openxmlformats.org/officeDocument/2006/relationships/tags" Target="../tags/tag1302.xml"/><Relationship Id="rId12" Type="http://schemas.openxmlformats.org/officeDocument/2006/relationships/tags" Target="../tags/tag1307.xml"/><Relationship Id="rId17" Type="http://schemas.openxmlformats.org/officeDocument/2006/relationships/tags" Target="../tags/tag1312.xml"/><Relationship Id="rId2" Type="http://schemas.openxmlformats.org/officeDocument/2006/relationships/tags" Target="../tags/tag1297.xml"/><Relationship Id="rId16" Type="http://schemas.openxmlformats.org/officeDocument/2006/relationships/tags" Target="../tags/tag1311.xml"/><Relationship Id="rId20" Type="http://schemas.openxmlformats.org/officeDocument/2006/relationships/tags" Target="../tags/tag1315.xml"/><Relationship Id="rId1" Type="http://schemas.openxmlformats.org/officeDocument/2006/relationships/tags" Target="../tags/tag1296.xml"/><Relationship Id="rId6" Type="http://schemas.openxmlformats.org/officeDocument/2006/relationships/tags" Target="../tags/tag1301.xml"/><Relationship Id="rId11" Type="http://schemas.openxmlformats.org/officeDocument/2006/relationships/tags" Target="../tags/tag1306.xml"/><Relationship Id="rId5" Type="http://schemas.openxmlformats.org/officeDocument/2006/relationships/tags" Target="../tags/tag1300.xml"/><Relationship Id="rId15" Type="http://schemas.openxmlformats.org/officeDocument/2006/relationships/tags" Target="../tags/tag1310.xml"/><Relationship Id="rId23" Type="http://schemas.openxmlformats.org/officeDocument/2006/relationships/slideLayout" Target="../slideLayouts/slideLayout6.xml"/><Relationship Id="rId10" Type="http://schemas.openxmlformats.org/officeDocument/2006/relationships/tags" Target="../tags/tag1305.xml"/><Relationship Id="rId19" Type="http://schemas.openxmlformats.org/officeDocument/2006/relationships/tags" Target="../tags/tag1314.xml"/><Relationship Id="rId4" Type="http://schemas.openxmlformats.org/officeDocument/2006/relationships/tags" Target="../tags/tag1299.xml"/><Relationship Id="rId9" Type="http://schemas.openxmlformats.org/officeDocument/2006/relationships/tags" Target="../tags/tag1304.xml"/><Relationship Id="rId14" Type="http://schemas.openxmlformats.org/officeDocument/2006/relationships/tags" Target="../tags/tag1309.xml"/><Relationship Id="rId22" Type="http://schemas.openxmlformats.org/officeDocument/2006/relationships/tags" Target="../tags/tag131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tags" Target="../tags/tag1320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1319.xml"/><Relationship Id="rId1" Type="http://schemas.openxmlformats.org/officeDocument/2006/relationships/tags" Target="../tags/tag1318.xml"/><Relationship Id="rId6" Type="http://schemas.openxmlformats.org/officeDocument/2006/relationships/tags" Target="../tags/tag1323.xml"/><Relationship Id="rId11" Type="http://schemas.openxmlformats.org/officeDocument/2006/relationships/image" Target="../media/image64.jpeg"/><Relationship Id="rId5" Type="http://schemas.openxmlformats.org/officeDocument/2006/relationships/tags" Target="../tags/tag1322.xml"/><Relationship Id="rId10" Type="http://schemas.openxmlformats.org/officeDocument/2006/relationships/image" Target="../media/image63.jpeg"/><Relationship Id="rId4" Type="http://schemas.openxmlformats.org/officeDocument/2006/relationships/tags" Target="../tags/tag1321.xml"/><Relationship Id="rId9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tags" Target="../tags/tag1336.xml"/><Relationship Id="rId18" Type="http://schemas.openxmlformats.org/officeDocument/2006/relationships/tags" Target="../tags/tag1341.xml"/><Relationship Id="rId26" Type="http://schemas.openxmlformats.org/officeDocument/2006/relationships/tags" Target="../tags/tag1349.xml"/><Relationship Id="rId3" Type="http://schemas.openxmlformats.org/officeDocument/2006/relationships/tags" Target="../tags/tag1326.xml"/><Relationship Id="rId21" Type="http://schemas.openxmlformats.org/officeDocument/2006/relationships/tags" Target="../tags/tag1344.xml"/><Relationship Id="rId7" Type="http://schemas.openxmlformats.org/officeDocument/2006/relationships/tags" Target="../tags/tag1330.xml"/><Relationship Id="rId12" Type="http://schemas.openxmlformats.org/officeDocument/2006/relationships/tags" Target="../tags/tag1335.xml"/><Relationship Id="rId17" Type="http://schemas.openxmlformats.org/officeDocument/2006/relationships/tags" Target="../tags/tag1340.xml"/><Relationship Id="rId25" Type="http://schemas.openxmlformats.org/officeDocument/2006/relationships/tags" Target="../tags/tag1348.xml"/><Relationship Id="rId33" Type="http://schemas.openxmlformats.org/officeDocument/2006/relationships/slideLayout" Target="../slideLayouts/slideLayout6.xml"/><Relationship Id="rId2" Type="http://schemas.openxmlformats.org/officeDocument/2006/relationships/tags" Target="../tags/tag1325.xml"/><Relationship Id="rId16" Type="http://schemas.openxmlformats.org/officeDocument/2006/relationships/tags" Target="../tags/tag1339.xml"/><Relationship Id="rId20" Type="http://schemas.openxmlformats.org/officeDocument/2006/relationships/tags" Target="../tags/tag1343.xml"/><Relationship Id="rId29" Type="http://schemas.openxmlformats.org/officeDocument/2006/relationships/tags" Target="../tags/tag1352.xml"/><Relationship Id="rId1" Type="http://schemas.openxmlformats.org/officeDocument/2006/relationships/tags" Target="../tags/tag1324.xml"/><Relationship Id="rId6" Type="http://schemas.openxmlformats.org/officeDocument/2006/relationships/tags" Target="../tags/tag1329.xml"/><Relationship Id="rId11" Type="http://schemas.openxmlformats.org/officeDocument/2006/relationships/tags" Target="../tags/tag1334.xml"/><Relationship Id="rId24" Type="http://schemas.openxmlformats.org/officeDocument/2006/relationships/tags" Target="../tags/tag1347.xml"/><Relationship Id="rId32" Type="http://schemas.openxmlformats.org/officeDocument/2006/relationships/tags" Target="../tags/tag1355.xml"/><Relationship Id="rId5" Type="http://schemas.openxmlformats.org/officeDocument/2006/relationships/tags" Target="../tags/tag1328.xml"/><Relationship Id="rId15" Type="http://schemas.openxmlformats.org/officeDocument/2006/relationships/tags" Target="../tags/tag1338.xml"/><Relationship Id="rId23" Type="http://schemas.openxmlformats.org/officeDocument/2006/relationships/tags" Target="../tags/tag1346.xml"/><Relationship Id="rId28" Type="http://schemas.openxmlformats.org/officeDocument/2006/relationships/tags" Target="../tags/tag1351.xml"/><Relationship Id="rId10" Type="http://schemas.openxmlformats.org/officeDocument/2006/relationships/tags" Target="../tags/tag1333.xml"/><Relationship Id="rId19" Type="http://schemas.openxmlformats.org/officeDocument/2006/relationships/tags" Target="../tags/tag1342.xml"/><Relationship Id="rId31" Type="http://schemas.openxmlformats.org/officeDocument/2006/relationships/tags" Target="../tags/tag1354.xml"/><Relationship Id="rId4" Type="http://schemas.openxmlformats.org/officeDocument/2006/relationships/tags" Target="../tags/tag1327.xml"/><Relationship Id="rId9" Type="http://schemas.openxmlformats.org/officeDocument/2006/relationships/tags" Target="../tags/tag1332.xml"/><Relationship Id="rId14" Type="http://schemas.openxmlformats.org/officeDocument/2006/relationships/tags" Target="../tags/tag1337.xml"/><Relationship Id="rId22" Type="http://schemas.openxmlformats.org/officeDocument/2006/relationships/tags" Target="../tags/tag1345.xml"/><Relationship Id="rId27" Type="http://schemas.openxmlformats.org/officeDocument/2006/relationships/tags" Target="../tags/tag1350.xml"/><Relationship Id="rId30" Type="http://schemas.openxmlformats.org/officeDocument/2006/relationships/tags" Target="../tags/tag1353.xml"/><Relationship Id="rId8" Type="http://schemas.openxmlformats.org/officeDocument/2006/relationships/tags" Target="../tags/tag133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363.xml"/><Relationship Id="rId13" Type="http://schemas.openxmlformats.org/officeDocument/2006/relationships/tags" Target="../tags/tag1368.xml"/><Relationship Id="rId18" Type="http://schemas.openxmlformats.org/officeDocument/2006/relationships/image" Target="../media/image65.png"/><Relationship Id="rId3" Type="http://schemas.openxmlformats.org/officeDocument/2006/relationships/tags" Target="../tags/tag1358.xml"/><Relationship Id="rId7" Type="http://schemas.openxmlformats.org/officeDocument/2006/relationships/tags" Target="../tags/tag1362.xml"/><Relationship Id="rId12" Type="http://schemas.openxmlformats.org/officeDocument/2006/relationships/tags" Target="../tags/tag1367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1357.xml"/><Relationship Id="rId16" Type="http://schemas.openxmlformats.org/officeDocument/2006/relationships/tags" Target="../tags/tag1371.xml"/><Relationship Id="rId1" Type="http://schemas.openxmlformats.org/officeDocument/2006/relationships/tags" Target="../tags/tag1356.xml"/><Relationship Id="rId6" Type="http://schemas.openxmlformats.org/officeDocument/2006/relationships/tags" Target="../tags/tag1361.xml"/><Relationship Id="rId11" Type="http://schemas.openxmlformats.org/officeDocument/2006/relationships/tags" Target="../tags/tag1366.xml"/><Relationship Id="rId5" Type="http://schemas.openxmlformats.org/officeDocument/2006/relationships/tags" Target="../tags/tag1360.xml"/><Relationship Id="rId15" Type="http://schemas.openxmlformats.org/officeDocument/2006/relationships/tags" Target="../tags/tag1370.xml"/><Relationship Id="rId10" Type="http://schemas.openxmlformats.org/officeDocument/2006/relationships/tags" Target="../tags/tag1365.xml"/><Relationship Id="rId4" Type="http://schemas.openxmlformats.org/officeDocument/2006/relationships/tags" Target="../tags/tag1359.xml"/><Relationship Id="rId9" Type="http://schemas.openxmlformats.org/officeDocument/2006/relationships/tags" Target="../tags/tag1364.xml"/><Relationship Id="rId14" Type="http://schemas.openxmlformats.org/officeDocument/2006/relationships/tags" Target="../tags/tag1369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1379.xml"/><Relationship Id="rId13" Type="http://schemas.openxmlformats.org/officeDocument/2006/relationships/tags" Target="../tags/tag1384.xml"/><Relationship Id="rId18" Type="http://schemas.openxmlformats.org/officeDocument/2006/relationships/image" Target="../media/image66.png"/><Relationship Id="rId3" Type="http://schemas.openxmlformats.org/officeDocument/2006/relationships/tags" Target="../tags/tag1374.xml"/><Relationship Id="rId7" Type="http://schemas.openxmlformats.org/officeDocument/2006/relationships/tags" Target="../tags/tag1378.xml"/><Relationship Id="rId12" Type="http://schemas.openxmlformats.org/officeDocument/2006/relationships/tags" Target="../tags/tag1383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1373.xml"/><Relationship Id="rId16" Type="http://schemas.openxmlformats.org/officeDocument/2006/relationships/tags" Target="../tags/tag1387.xml"/><Relationship Id="rId1" Type="http://schemas.openxmlformats.org/officeDocument/2006/relationships/tags" Target="../tags/tag1372.xml"/><Relationship Id="rId6" Type="http://schemas.openxmlformats.org/officeDocument/2006/relationships/tags" Target="../tags/tag1377.xml"/><Relationship Id="rId11" Type="http://schemas.openxmlformats.org/officeDocument/2006/relationships/tags" Target="../tags/tag1382.xml"/><Relationship Id="rId5" Type="http://schemas.openxmlformats.org/officeDocument/2006/relationships/tags" Target="../tags/tag1376.xml"/><Relationship Id="rId15" Type="http://schemas.openxmlformats.org/officeDocument/2006/relationships/tags" Target="../tags/tag1386.xml"/><Relationship Id="rId10" Type="http://schemas.openxmlformats.org/officeDocument/2006/relationships/tags" Target="../tags/tag1381.xml"/><Relationship Id="rId4" Type="http://schemas.openxmlformats.org/officeDocument/2006/relationships/tags" Target="../tags/tag1375.xml"/><Relationship Id="rId9" Type="http://schemas.openxmlformats.org/officeDocument/2006/relationships/tags" Target="../tags/tag1380.xml"/><Relationship Id="rId14" Type="http://schemas.openxmlformats.org/officeDocument/2006/relationships/tags" Target="../tags/tag1385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390.xml"/><Relationship Id="rId7" Type="http://schemas.openxmlformats.org/officeDocument/2006/relationships/tags" Target="../tags/tag1394.xml"/><Relationship Id="rId2" Type="http://schemas.openxmlformats.org/officeDocument/2006/relationships/tags" Target="../tags/tag1389.xml"/><Relationship Id="rId1" Type="http://schemas.openxmlformats.org/officeDocument/2006/relationships/tags" Target="../tags/tag1388.xml"/><Relationship Id="rId6" Type="http://schemas.openxmlformats.org/officeDocument/2006/relationships/tags" Target="../tags/tag1393.xml"/><Relationship Id="rId11" Type="http://schemas.openxmlformats.org/officeDocument/2006/relationships/image" Target="../media/image68.png"/><Relationship Id="rId5" Type="http://schemas.openxmlformats.org/officeDocument/2006/relationships/tags" Target="../tags/tag1392.xml"/><Relationship Id="rId10" Type="http://schemas.openxmlformats.org/officeDocument/2006/relationships/image" Target="../media/image62.png"/><Relationship Id="rId4" Type="http://schemas.openxmlformats.org/officeDocument/2006/relationships/tags" Target="../tags/tag1391.xml"/><Relationship Id="rId9" Type="http://schemas.openxmlformats.org/officeDocument/2006/relationships/image" Target="../media/image6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1402.xml"/><Relationship Id="rId13" Type="http://schemas.openxmlformats.org/officeDocument/2006/relationships/tags" Target="../tags/tag1407.xml"/><Relationship Id="rId3" Type="http://schemas.openxmlformats.org/officeDocument/2006/relationships/tags" Target="../tags/tag1397.xml"/><Relationship Id="rId7" Type="http://schemas.openxmlformats.org/officeDocument/2006/relationships/tags" Target="../tags/tag1401.xml"/><Relationship Id="rId12" Type="http://schemas.openxmlformats.org/officeDocument/2006/relationships/tags" Target="../tags/tag1406.xml"/><Relationship Id="rId2" Type="http://schemas.openxmlformats.org/officeDocument/2006/relationships/tags" Target="../tags/tag1396.xml"/><Relationship Id="rId16" Type="http://schemas.openxmlformats.org/officeDocument/2006/relationships/image" Target="../media/image69.png"/><Relationship Id="rId1" Type="http://schemas.openxmlformats.org/officeDocument/2006/relationships/tags" Target="../tags/tag1395.xml"/><Relationship Id="rId6" Type="http://schemas.openxmlformats.org/officeDocument/2006/relationships/tags" Target="../tags/tag1400.xml"/><Relationship Id="rId11" Type="http://schemas.openxmlformats.org/officeDocument/2006/relationships/tags" Target="../tags/tag1405.xml"/><Relationship Id="rId5" Type="http://schemas.openxmlformats.org/officeDocument/2006/relationships/tags" Target="../tags/tag1399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404.xml"/><Relationship Id="rId4" Type="http://schemas.openxmlformats.org/officeDocument/2006/relationships/tags" Target="../tags/tag1398.xml"/><Relationship Id="rId9" Type="http://schemas.openxmlformats.org/officeDocument/2006/relationships/tags" Target="../tags/tag1403.xml"/><Relationship Id="rId14" Type="http://schemas.openxmlformats.org/officeDocument/2006/relationships/tags" Target="../tags/tag140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1416.xml"/><Relationship Id="rId13" Type="http://schemas.openxmlformats.org/officeDocument/2006/relationships/tags" Target="../tags/tag1421.xml"/><Relationship Id="rId3" Type="http://schemas.openxmlformats.org/officeDocument/2006/relationships/tags" Target="../tags/tag1411.xml"/><Relationship Id="rId7" Type="http://schemas.openxmlformats.org/officeDocument/2006/relationships/tags" Target="../tags/tag1415.xml"/><Relationship Id="rId12" Type="http://schemas.openxmlformats.org/officeDocument/2006/relationships/tags" Target="../tags/tag1420.xml"/><Relationship Id="rId2" Type="http://schemas.openxmlformats.org/officeDocument/2006/relationships/tags" Target="../tags/tag1410.xml"/><Relationship Id="rId16" Type="http://schemas.openxmlformats.org/officeDocument/2006/relationships/image" Target="../media/image70.png"/><Relationship Id="rId1" Type="http://schemas.openxmlformats.org/officeDocument/2006/relationships/tags" Target="../tags/tag1409.xml"/><Relationship Id="rId6" Type="http://schemas.openxmlformats.org/officeDocument/2006/relationships/tags" Target="../tags/tag1414.xml"/><Relationship Id="rId11" Type="http://schemas.openxmlformats.org/officeDocument/2006/relationships/tags" Target="../tags/tag1419.xml"/><Relationship Id="rId5" Type="http://schemas.openxmlformats.org/officeDocument/2006/relationships/tags" Target="../tags/tag1413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418.xml"/><Relationship Id="rId4" Type="http://schemas.openxmlformats.org/officeDocument/2006/relationships/tags" Target="../tags/tag1412.xml"/><Relationship Id="rId9" Type="http://schemas.openxmlformats.org/officeDocument/2006/relationships/tags" Target="../tags/tag1417.xml"/><Relationship Id="rId14" Type="http://schemas.openxmlformats.org/officeDocument/2006/relationships/tags" Target="../tags/tag142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1430.xml"/><Relationship Id="rId13" Type="http://schemas.openxmlformats.org/officeDocument/2006/relationships/tags" Target="../tags/tag1435.xml"/><Relationship Id="rId18" Type="http://schemas.openxmlformats.org/officeDocument/2006/relationships/image" Target="../media/image57.png"/><Relationship Id="rId3" Type="http://schemas.openxmlformats.org/officeDocument/2006/relationships/tags" Target="../tags/tag1425.xml"/><Relationship Id="rId7" Type="http://schemas.openxmlformats.org/officeDocument/2006/relationships/tags" Target="../tags/tag1429.xml"/><Relationship Id="rId12" Type="http://schemas.openxmlformats.org/officeDocument/2006/relationships/tags" Target="../tags/tag1434.xml"/><Relationship Id="rId17" Type="http://schemas.openxmlformats.org/officeDocument/2006/relationships/image" Target="../media/image56.svg"/><Relationship Id="rId2" Type="http://schemas.openxmlformats.org/officeDocument/2006/relationships/tags" Target="../tags/tag1424.xml"/><Relationship Id="rId16" Type="http://schemas.openxmlformats.org/officeDocument/2006/relationships/image" Target="../media/image55.png"/><Relationship Id="rId1" Type="http://schemas.openxmlformats.org/officeDocument/2006/relationships/tags" Target="../tags/tag1423.xml"/><Relationship Id="rId6" Type="http://schemas.openxmlformats.org/officeDocument/2006/relationships/tags" Target="../tags/tag1428.xml"/><Relationship Id="rId11" Type="http://schemas.openxmlformats.org/officeDocument/2006/relationships/tags" Target="../tags/tag1433.xml"/><Relationship Id="rId5" Type="http://schemas.openxmlformats.org/officeDocument/2006/relationships/tags" Target="../tags/tag1427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432.xml"/><Relationship Id="rId19" Type="http://schemas.openxmlformats.org/officeDocument/2006/relationships/image" Target="../media/image58.svg"/><Relationship Id="rId4" Type="http://schemas.openxmlformats.org/officeDocument/2006/relationships/tags" Target="../tags/tag1426.xml"/><Relationship Id="rId9" Type="http://schemas.openxmlformats.org/officeDocument/2006/relationships/tags" Target="../tags/tag1431.xml"/><Relationship Id="rId14" Type="http://schemas.openxmlformats.org/officeDocument/2006/relationships/tags" Target="../tags/tag143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1444.xml"/><Relationship Id="rId13" Type="http://schemas.openxmlformats.org/officeDocument/2006/relationships/image" Target="../media/image72.jpeg"/><Relationship Id="rId3" Type="http://schemas.openxmlformats.org/officeDocument/2006/relationships/tags" Target="../tags/tag1439.xml"/><Relationship Id="rId7" Type="http://schemas.openxmlformats.org/officeDocument/2006/relationships/tags" Target="../tags/tag1443.xml"/><Relationship Id="rId12" Type="http://schemas.openxmlformats.org/officeDocument/2006/relationships/image" Target="../media/image71.png"/><Relationship Id="rId17" Type="http://schemas.openxmlformats.org/officeDocument/2006/relationships/image" Target="../media/image76.jpeg"/><Relationship Id="rId2" Type="http://schemas.openxmlformats.org/officeDocument/2006/relationships/tags" Target="../tags/tag1438.xml"/><Relationship Id="rId16" Type="http://schemas.openxmlformats.org/officeDocument/2006/relationships/image" Target="../media/image75.jpeg"/><Relationship Id="rId1" Type="http://schemas.openxmlformats.org/officeDocument/2006/relationships/tags" Target="../tags/tag1437.xml"/><Relationship Id="rId6" Type="http://schemas.openxmlformats.org/officeDocument/2006/relationships/tags" Target="../tags/tag1442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441.xml"/><Relationship Id="rId15" Type="http://schemas.openxmlformats.org/officeDocument/2006/relationships/image" Target="../media/image74.jpeg"/><Relationship Id="rId10" Type="http://schemas.openxmlformats.org/officeDocument/2006/relationships/tags" Target="../tags/tag1446.xml"/><Relationship Id="rId4" Type="http://schemas.openxmlformats.org/officeDocument/2006/relationships/tags" Target="../tags/tag1440.xml"/><Relationship Id="rId9" Type="http://schemas.openxmlformats.org/officeDocument/2006/relationships/tags" Target="../tags/tag1445.xml"/><Relationship Id="rId14" Type="http://schemas.openxmlformats.org/officeDocument/2006/relationships/image" Target="../media/image73.jpe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1454.xml"/><Relationship Id="rId13" Type="http://schemas.openxmlformats.org/officeDocument/2006/relationships/image" Target="../media/image78.jpeg"/><Relationship Id="rId3" Type="http://schemas.openxmlformats.org/officeDocument/2006/relationships/tags" Target="../tags/tag1449.xml"/><Relationship Id="rId7" Type="http://schemas.openxmlformats.org/officeDocument/2006/relationships/tags" Target="../tags/tag1453.xml"/><Relationship Id="rId12" Type="http://schemas.openxmlformats.org/officeDocument/2006/relationships/image" Target="../media/image77.jpeg"/><Relationship Id="rId2" Type="http://schemas.openxmlformats.org/officeDocument/2006/relationships/tags" Target="../tags/tag1448.xml"/><Relationship Id="rId1" Type="http://schemas.openxmlformats.org/officeDocument/2006/relationships/tags" Target="../tags/tag1447.xml"/><Relationship Id="rId6" Type="http://schemas.openxmlformats.org/officeDocument/2006/relationships/tags" Target="../tags/tag1452.xml"/><Relationship Id="rId11" Type="http://schemas.openxmlformats.org/officeDocument/2006/relationships/image" Target="../media/image71.png"/><Relationship Id="rId5" Type="http://schemas.openxmlformats.org/officeDocument/2006/relationships/tags" Target="../tags/tag1451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450.xml"/><Relationship Id="rId9" Type="http://schemas.openxmlformats.org/officeDocument/2006/relationships/tags" Target="../tags/tag1455.xml"/><Relationship Id="rId14" Type="http://schemas.openxmlformats.org/officeDocument/2006/relationships/image" Target="../media/image72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56.xml"/><Relationship Id="rId4" Type="http://schemas.openxmlformats.org/officeDocument/2006/relationships/image" Target="../media/image8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464.xml"/><Relationship Id="rId13" Type="http://schemas.openxmlformats.org/officeDocument/2006/relationships/image" Target="../media/image82.jpeg"/><Relationship Id="rId3" Type="http://schemas.openxmlformats.org/officeDocument/2006/relationships/tags" Target="../tags/tag1459.xml"/><Relationship Id="rId7" Type="http://schemas.openxmlformats.org/officeDocument/2006/relationships/tags" Target="../tags/tag1463.xml"/><Relationship Id="rId12" Type="http://schemas.openxmlformats.org/officeDocument/2006/relationships/image" Target="../media/image81.jpeg"/><Relationship Id="rId2" Type="http://schemas.openxmlformats.org/officeDocument/2006/relationships/tags" Target="../tags/tag1458.xml"/><Relationship Id="rId1" Type="http://schemas.openxmlformats.org/officeDocument/2006/relationships/tags" Target="../tags/tag1457.xml"/><Relationship Id="rId6" Type="http://schemas.openxmlformats.org/officeDocument/2006/relationships/tags" Target="../tags/tag1462.xml"/><Relationship Id="rId11" Type="http://schemas.openxmlformats.org/officeDocument/2006/relationships/image" Target="../media/image71.png"/><Relationship Id="rId5" Type="http://schemas.openxmlformats.org/officeDocument/2006/relationships/tags" Target="../tags/tag1461.xml"/><Relationship Id="rId15" Type="http://schemas.openxmlformats.org/officeDocument/2006/relationships/image" Target="../media/image84.jpeg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460.xml"/><Relationship Id="rId9" Type="http://schemas.openxmlformats.org/officeDocument/2006/relationships/tags" Target="../tags/tag1465.xml"/><Relationship Id="rId14" Type="http://schemas.openxmlformats.org/officeDocument/2006/relationships/image" Target="../media/image83.jpe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1473.xml"/><Relationship Id="rId13" Type="http://schemas.openxmlformats.org/officeDocument/2006/relationships/image" Target="../media/image78.jpeg"/><Relationship Id="rId3" Type="http://schemas.openxmlformats.org/officeDocument/2006/relationships/tags" Target="../tags/tag1468.xml"/><Relationship Id="rId7" Type="http://schemas.openxmlformats.org/officeDocument/2006/relationships/tags" Target="../tags/tag1472.xml"/><Relationship Id="rId12" Type="http://schemas.openxmlformats.org/officeDocument/2006/relationships/image" Target="../media/image85.jpeg"/><Relationship Id="rId2" Type="http://schemas.openxmlformats.org/officeDocument/2006/relationships/tags" Target="../tags/tag1467.xml"/><Relationship Id="rId1" Type="http://schemas.openxmlformats.org/officeDocument/2006/relationships/tags" Target="../tags/tag1466.xml"/><Relationship Id="rId6" Type="http://schemas.openxmlformats.org/officeDocument/2006/relationships/tags" Target="../tags/tag1471.xml"/><Relationship Id="rId11" Type="http://schemas.openxmlformats.org/officeDocument/2006/relationships/image" Target="../media/image71.png"/><Relationship Id="rId5" Type="http://schemas.openxmlformats.org/officeDocument/2006/relationships/tags" Target="../tags/tag1470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469.xml"/><Relationship Id="rId9" Type="http://schemas.openxmlformats.org/officeDocument/2006/relationships/tags" Target="../tags/tag1474.xml"/><Relationship Id="rId14" Type="http://schemas.openxmlformats.org/officeDocument/2006/relationships/image" Target="../media/image72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76.xml"/><Relationship Id="rId1" Type="http://schemas.openxmlformats.org/officeDocument/2006/relationships/tags" Target="../tags/tag1475.xml"/><Relationship Id="rId4" Type="http://schemas.openxmlformats.org/officeDocument/2006/relationships/image" Target="../media/image8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1484.xml"/><Relationship Id="rId13" Type="http://schemas.openxmlformats.org/officeDocument/2006/relationships/image" Target="../media/image71.png"/><Relationship Id="rId18" Type="http://schemas.openxmlformats.org/officeDocument/2006/relationships/image" Target="../media/image91.jpeg"/><Relationship Id="rId3" Type="http://schemas.openxmlformats.org/officeDocument/2006/relationships/tags" Target="../tags/tag1479.xml"/><Relationship Id="rId7" Type="http://schemas.openxmlformats.org/officeDocument/2006/relationships/tags" Target="../tags/tag1483.xml"/><Relationship Id="rId12" Type="http://schemas.openxmlformats.org/officeDocument/2006/relationships/slideLayout" Target="../slideLayouts/slideLayout6.xml"/><Relationship Id="rId17" Type="http://schemas.openxmlformats.org/officeDocument/2006/relationships/image" Target="../media/image90.jpeg"/><Relationship Id="rId2" Type="http://schemas.openxmlformats.org/officeDocument/2006/relationships/tags" Target="../tags/tag1478.xml"/><Relationship Id="rId16" Type="http://schemas.openxmlformats.org/officeDocument/2006/relationships/image" Target="../media/image89.jpeg"/><Relationship Id="rId1" Type="http://schemas.openxmlformats.org/officeDocument/2006/relationships/tags" Target="../tags/tag1477.xml"/><Relationship Id="rId6" Type="http://schemas.openxmlformats.org/officeDocument/2006/relationships/tags" Target="../tags/tag1482.xml"/><Relationship Id="rId11" Type="http://schemas.openxmlformats.org/officeDocument/2006/relationships/tags" Target="../tags/tag1487.xml"/><Relationship Id="rId5" Type="http://schemas.openxmlformats.org/officeDocument/2006/relationships/tags" Target="../tags/tag1481.xml"/><Relationship Id="rId15" Type="http://schemas.openxmlformats.org/officeDocument/2006/relationships/image" Target="../media/image88.jpeg"/><Relationship Id="rId10" Type="http://schemas.openxmlformats.org/officeDocument/2006/relationships/tags" Target="../tags/tag1486.xml"/><Relationship Id="rId4" Type="http://schemas.openxmlformats.org/officeDocument/2006/relationships/tags" Target="../tags/tag1480.xml"/><Relationship Id="rId9" Type="http://schemas.openxmlformats.org/officeDocument/2006/relationships/tags" Target="../tags/tag1485.xml"/><Relationship Id="rId14" Type="http://schemas.openxmlformats.org/officeDocument/2006/relationships/image" Target="../media/image87.jpe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tags" Target="../tags/tag1495.xml"/><Relationship Id="rId13" Type="http://schemas.openxmlformats.org/officeDocument/2006/relationships/image" Target="../media/image78.jpeg"/><Relationship Id="rId3" Type="http://schemas.openxmlformats.org/officeDocument/2006/relationships/tags" Target="../tags/tag1490.xml"/><Relationship Id="rId7" Type="http://schemas.openxmlformats.org/officeDocument/2006/relationships/tags" Target="../tags/tag1494.xml"/><Relationship Id="rId12" Type="http://schemas.openxmlformats.org/officeDocument/2006/relationships/image" Target="../media/image92.jpeg"/><Relationship Id="rId2" Type="http://schemas.openxmlformats.org/officeDocument/2006/relationships/tags" Target="../tags/tag1489.xml"/><Relationship Id="rId1" Type="http://schemas.openxmlformats.org/officeDocument/2006/relationships/tags" Target="../tags/tag1488.xml"/><Relationship Id="rId6" Type="http://schemas.openxmlformats.org/officeDocument/2006/relationships/tags" Target="../tags/tag1493.xml"/><Relationship Id="rId11" Type="http://schemas.openxmlformats.org/officeDocument/2006/relationships/image" Target="../media/image71.png"/><Relationship Id="rId5" Type="http://schemas.openxmlformats.org/officeDocument/2006/relationships/tags" Target="../tags/tag1492.xml"/><Relationship Id="rId10" Type="http://schemas.openxmlformats.org/officeDocument/2006/relationships/slideLayout" Target="../slideLayouts/slideLayout6.xml"/><Relationship Id="rId4" Type="http://schemas.openxmlformats.org/officeDocument/2006/relationships/tags" Target="../tags/tag1491.xml"/><Relationship Id="rId9" Type="http://schemas.openxmlformats.org/officeDocument/2006/relationships/tags" Target="../tags/tag1496.xml"/><Relationship Id="rId14" Type="http://schemas.openxmlformats.org/officeDocument/2006/relationships/image" Target="../media/image72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97.xml"/><Relationship Id="rId4" Type="http://schemas.openxmlformats.org/officeDocument/2006/relationships/image" Target="../media/image9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tags" Target="../tags/tag1505.xml"/><Relationship Id="rId13" Type="http://schemas.openxmlformats.org/officeDocument/2006/relationships/image" Target="../media/image71.png"/><Relationship Id="rId18" Type="http://schemas.openxmlformats.org/officeDocument/2006/relationships/image" Target="../media/image99.jpeg"/><Relationship Id="rId3" Type="http://schemas.openxmlformats.org/officeDocument/2006/relationships/tags" Target="../tags/tag1500.xml"/><Relationship Id="rId7" Type="http://schemas.openxmlformats.org/officeDocument/2006/relationships/tags" Target="../tags/tag1504.xml"/><Relationship Id="rId12" Type="http://schemas.openxmlformats.org/officeDocument/2006/relationships/slideLayout" Target="../slideLayouts/slideLayout6.xml"/><Relationship Id="rId17" Type="http://schemas.openxmlformats.org/officeDocument/2006/relationships/image" Target="../media/image98.jpeg"/><Relationship Id="rId2" Type="http://schemas.openxmlformats.org/officeDocument/2006/relationships/tags" Target="../tags/tag1499.xml"/><Relationship Id="rId16" Type="http://schemas.openxmlformats.org/officeDocument/2006/relationships/image" Target="../media/image97.jpeg"/><Relationship Id="rId1" Type="http://schemas.openxmlformats.org/officeDocument/2006/relationships/tags" Target="../tags/tag1498.xml"/><Relationship Id="rId6" Type="http://schemas.openxmlformats.org/officeDocument/2006/relationships/tags" Target="../tags/tag1503.xml"/><Relationship Id="rId11" Type="http://schemas.openxmlformats.org/officeDocument/2006/relationships/tags" Target="../tags/tag1508.xml"/><Relationship Id="rId5" Type="http://schemas.openxmlformats.org/officeDocument/2006/relationships/tags" Target="../tags/tag1502.xml"/><Relationship Id="rId15" Type="http://schemas.openxmlformats.org/officeDocument/2006/relationships/image" Target="../media/image96.jpeg"/><Relationship Id="rId10" Type="http://schemas.openxmlformats.org/officeDocument/2006/relationships/tags" Target="../tags/tag1507.xml"/><Relationship Id="rId4" Type="http://schemas.openxmlformats.org/officeDocument/2006/relationships/tags" Target="../tags/tag1501.xml"/><Relationship Id="rId9" Type="http://schemas.openxmlformats.org/officeDocument/2006/relationships/tags" Target="../tags/tag1506.xml"/><Relationship Id="rId14" Type="http://schemas.openxmlformats.org/officeDocument/2006/relationships/image" Target="../media/image95.jpe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 txBox="1"/>
          <p:nvPr/>
        </p:nvSpPr>
        <p:spPr>
          <a:xfrm>
            <a:off x="647700" y="1830070"/>
            <a:ext cx="10276840" cy="23215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4800" b="1" dirty="0">
                <a:solidFill>
                  <a:schemeClr val="bg1"/>
                </a:solidFill>
                <a:cs typeface="微软雅黑 Light" panose="020B0502040204020203" charset="-122"/>
              </a:rPr>
              <a:t>金蝶云•星辰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4800" b="1" dirty="0">
                <a:solidFill>
                  <a:schemeClr val="bg1"/>
                </a:solidFill>
                <a:cs typeface="微软雅黑 Light" panose="020B0502040204020203" charset="-122"/>
              </a:rPr>
              <a:t>项目管理业财一体化解决方案（全案）</a:t>
            </a:r>
            <a:endParaRPr lang="en-US" altLang="zh-CN" sz="4800" b="1" dirty="0">
              <a:solidFill>
                <a:schemeClr val="bg1"/>
              </a:solidFill>
              <a:cs typeface="微软雅黑 Light" panose="020B0502040204020203" charset="-122"/>
            </a:endParaRPr>
          </a:p>
        </p:txBody>
      </p:sp>
      <p:sp>
        <p:nvSpPr>
          <p:cNvPr id="13" name="Title 1"/>
          <p:cNvSpPr txBox="1"/>
          <p:nvPr/>
        </p:nvSpPr>
        <p:spPr bwMode="auto">
          <a:xfrm>
            <a:off x="756285" y="4151630"/>
            <a:ext cx="3402965" cy="9372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indent="0">
              <a:lnSpc>
                <a:spcPct val="150000"/>
              </a:lnSpc>
              <a:buFont typeface="Arial" panose="020B0604020202020204" pitchFamily="34" charset="0"/>
            </a:pP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02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1637847" y="1688799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rgbClr val="FFC000"/>
                </a:solidFill>
              </a:rPr>
              <a:t>整体业务蓝图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1637665" y="2142490"/>
            <a:ext cx="7049770" cy="285115"/>
          </a:xfrm>
        </p:spPr>
        <p:txBody>
          <a:bodyPr/>
          <a:lstStyle/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全方位项目管理</a:t>
            </a:r>
            <a:r>
              <a:rPr lang="en-US" altLang="zh-CN">
                <a:sym typeface="+mn-ea"/>
              </a:rPr>
              <a:t> | 2.</a:t>
            </a:r>
            <a:r>
              <a:rPr lang="zh-CN" altLang="en-US">
                <a:sym typeface="+mn-ea"/>
              </a:rPr>
              <a:t>整体业务蓝图</a:t>
            </a:r>
            <a:r>
              <a:rPr lang="en-US" altLang="zh-CN">
                <a:sym typeface="+mn-ea"/>
              </a:rPr>
              <a:t> | 3.</a:t>
            </a:r>
            <a:r>
              <a:rPr lang="zh-CN" altLang="en-US">
                <a:sym typeface="+mn-ea"/>
              </a:rPr>
              <a:t>灵活的业务流程，满足不同企业管理需求</a:t>
            </a:r>
            <a:r>
              <a:rPr lang="en-US" altLang="zh-CN">
                <a:sym typeface="+mn-ea"/>
              </a:rPr>
              <a:t> | 4.</a:t>
            </a:r>
            <a:r>
              <a:rPr lang="zh-CN" altLang="en-US">
                <a:sym typeface="+mn-ea"/>
              </a:rPr>
              <a:t>产品优势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>
          <a:xfrm>
            <a:off x="1637665" y="3338830"/>
            <a:ext cx="9529445" cy="285115"/>
          </a:xfrm>
        </p:spPr>
        <p:txBody>
          <a:bodyPr/>
          <a:lstStyle/>
          <a:p>
            <a:r>
              <a:rPr lang="en-US" altLang="zh-CN"/>
              <a:t>1.项目立项 | 2.项目预算</a:t>
            </a:r>
            <a:r>
              <a:rPr lang="en-US" altLang="zh-CN">
                <a:sym typeface="+mn-ea"/>
              </a:rPr>
              <a:t> |</a:t>
            </a:r>
            <a:r>
              <a:rPr lang="en-US" altLang="zh-CN"/>
              <a:t> 3.合同管理</a:t>
            </a:r>
            <a:r>
              <a:rPr lang="en-US" altLang="zh-CN">
                <a:sym typeface="+mn-ea"/>
              </a:rPr>
              <a:t> |</a:t>
            </a:r>
            <a:r>
              <a:rPr lang="en-US" altLang="zh-CN"/>
              <a:t> 4.项目物资</a:t>
            </a:r>
            <a:r>
              <a:rPr lang="en-US" altLang="zh-CN">
                <a:sym typeface="+mn-ea"/>
              </a:rPr>
              <a:t> |</a:t>
            </a:r>
            <a:r>
              <a:rPr lang="en-US" altLang="zh-CN"/>
              <a:t> 5.费用管理</a:t>
            </a:r>
            <a:r>
              <a:rPr lang="en-US" altLang="zh-CN">
                <a:sym typeface="+mn-ea"/>
              </a:rPr>
              <a:t> |</a:t>
            </a:r>
            <a:r>
              <a:rPr lang="en-US" altLang="zh-CN"/>
              <a:t> 6.项目</a:t>
            </a:r>
            <a:r>
              <a:rPr lang="zh-CN" altLang="en-US"/>
              <a:t>执行</a:t>
            </a:r>
            <a:r>
              <a:rPr lang="en-US" altLang="zh-CN"/>
              <a:t>:</a:t>
            </a:r>
            <a:r>
              <a:rPr lang="zh-CN" altLang="en-US"/>
              <a:t>项目计划</a:t>
            </a:r>
            <a:r>
              <a:rPr lang="en-US" altLang="zh-CN"/>
              <a:t>.</a:t>
            </a:r>
            <a:r>
              <a:rPr lang="zh-CN" altLang="en-US"/>
              <a:t>我的任务</a:t>
            </a:r>
            <a:r>
              <a:rPr lang="en-US" altLang="zh-CN"/>
              <a:t>.</a:t>
            </a:r>
            <a:r>
              <a:rPr lang="zh-CN" altLang="en-US"/>
              <a:t>进度填报</a:t>
            </a:r>
            <a:r>
              <a:rPr lang="en-US" altLang="zh-CN"/>
              <a:t>.</a:t>
            </a:r>
            <a:r>
              <a:rPr lang="zh-CN" altLang="en-US"/>
              <a:t>工时填报</a:t>
            </a:r>
            <a:r>
              <a:rPr lang="en-US" altLang="zh-CN">
                <a:sym typeface="+mn-ea"/>
              </a:rPr>
              <a:t> |</a:t>
            </a:r>
            <a:r>
              <a:rPr lang="en-US" altLang="zh-CN"/>
              <a:t> 7.项目分析</a:t>
            </a:r>
            <a:r>
              <a:rPr lang="en-US" altLang="zh-CN">
                <a:sym typeface="+mn-ea"/>
              </a:rPr>
              <a:t> |</a:t>
            </a:r>
            <a:r>
              <a:rPr lang="en-US" altLang="zh-CN"/>
              <a:t> 8.业财一体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0"/>
          </p:nvPr>
        </p:nvSpPr>
        <p:spPr>
          <a:xfrm>
            <a:off x="1637665" y="4431030"/>
            <a:ext cx="10029825" cy="527050"/>
          </a:xfrm>
        </p:spPr>
        <p:txBody>
          <a:bodyPr/>
          <a:lstStyle/>
          <a:p>
            <a:r>
              <a:rPr lang="zh-CN" altLang="en-US">
                <a:sym typeface="+mn-ea"/>
              </a:rPr>
              <a:t>1.投标管理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2.保证金管理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3.施工管理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4.质量安全</a:t>
            </a:r>
            <a:r>
              <a:rPr lang="en-US" altLang="zh-CN">
                <a:sym typeface="+mn-ea"/>
              </a:rPr>
              <a:t>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.证照管理</a:t>
            </a:r>
            <a:r>
              <a:rPr lang="en-US" altLang="zh-CN">
                <a:sym typeface="+mn-ea"/>
              </a:rPr>
              <a:t> |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6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联营合作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7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售后服务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8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项目提成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9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工资管理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10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人事管理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.配置清单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12</a:t>
            </a:r>
            <a:r>
              <a:rPr lang="zh-CN" altLang="en-US">
                <a:sym typeface="+mn-ea"/>
              </a:rPr>
              <a:t>.借用管理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/>
              <a:t>04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3"/>
          </p:nvPr>
        </p:nvSpPr>
        <p:spPr>
          <a:xfrm>
            <a:off x="1637665" y="5475605"/>
            <a:ext cx="7708265" cy="28511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.金蝶云APP集成 | </a:t>
            </a:r>
            <a:r>
              <a:rPr lang="en-US">
                <a:sym typeface="+mn-ea"/>
              </a:rPr>
              <a:t>2.</a:t>
            </a:r>
            <a:r>
              <a:rPr>
                <a:sym typeface="+mn-ea"/>
              </a:rPr>
              <a:t>钉钉集成 | 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.</a:t>
            </a:r>
            <a:r>
              <a:rPr lang="zh-CN">
                <a:sym typeface="+mn-ea"/>
              </a:rPr>
              <a:t>企业微信</a:t>
            </a:r>
            <a:r>
              <a:rPr>
                <a:sym typeface="+mn-ea"/>
              </a:rPr>
              <a:t>集成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9"/>
          </p:nvPr>
        </p:nvSpPr>
        <p:spPr>
          <a:xfrm>
            <a:off x="1637847" y="2928682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核心功能介绍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0"/>
          </p:nvPr>
        </p:nvSpPr>
        <p:spPr>
          <a:xfrm>
            <a:off x="1637847" y="4006367"/>
            <a:ext cx="6602906" cy="410834"/>
          </a:xfrm>
        </p:spPr>
        <p:txBody>
          <a:bodyPr/>
          <a:lstStyle/>
          <a:p>
            <a:r>
              <a:rPr lang="zh-CN" altLang="en-US"/>
              <a:t>其他功能介绍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31"/>
          </p:nvPr>
        </p:nvSpPr>
        <p:spPr>
          <a:xfrm>
            <a:off x="1637847" y="5067724"/>
            <a:ext cx="6602906" cy="410834"/>
          </a:xfrm>
        </p:spPr>
        <p:txBody>
          <a:bodyPr/>
          <a:lstStyle/>
          <a:p>
            <a:r>
              <a:rPr lang="zh-CN" altLang="en-US"/>
              <a:t>手机端介绍</a:t>
            </a: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CN"/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0008" y="271463"/>
            <a:ext cx="6330084" cy="551180"/>
          </a:xfrm>
          <a:prstGeom prst="rect">
            <a:avLst/>
          </a:prstGeom>
          <a:noFill/>
          <a:ln w="9525">
            <a:noFill/>
          </a:ln>
        </p:spPr>
        <p:txBody>
          <a:bodyPr wrap="square" lIns="121886" tIns="60943" rIns="121886" bIns="60943" anchor="t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全方位的项目管理</a:t>
            </a:r>
          </a:p>
        </p:txBody>
      </p:sp>
      <p:sp>
        <p:nvSpPr>
          <p:cNvPr id="29" name="矩形 28"/>
          <p:cNvSpPr/>
          <p:nvPr>
            <p:custDataLst>
              <p:tags r:id="rId1"/>
            </p:custDataLst>
          </p:nvPr>
        </p:nvSpPr>
        <p:spPr>
          <a:xfrm>
            <a:off x="-635" y="2197735"/>
            <a:ext cx="12192000" cy="453580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503555" y="822960"/>
            <a:ext cx="11235055" cy="119888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</a:t>
            </a:r>
            <a:r>
              <a:rPr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为主线，实现从项目立项、项目预算、项目合同、项目收入/成本/利润、项目计划/执行/反馈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</a:p>
          <a:p>
            <a:pPr indent="457200" algn="ctr">
              <a:lnSpc>
                <a:spcPct val="200000"/>
              </a:lnSpc>
            </a:pP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到项目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、项目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业财税一体化管理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。帮助企业规范业务流程，促进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利润提升！</a:t>
            </a:r>
          </a:p>
        </p:txBody>
      </p:sp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663575" y="2810454"/>
            <a:ext cx="5885796" cy="3894696"/>
            <a:chOff x="2674" y="5262"/>
            <a:chExt cx="7840" cy="4978"/>
          </a:xfrm>
        </p:grpSpPr>
        <p:sp>
          <p:nvSpPr>
            <p:cNvPr id="3" name="任意多边形 2"/>
            <p:cNvSpPr/>
            <p:nvPr/>
          </p:nvSpPr>
          <p:spPr>
            <a:xfrm>
              <a:off x="2674" y="5262"/>
              <a:ext cx="7841" cy="4978"/>
            </a:xfrm>
            <a:custGeom>
              <a:avLst/>
              <a:gdLst>
                <a:gd name="connsiteX0" fmla="*/ 0 w 7794"/>
                <a:gd name="connsiteY0" fmla="*/ 571 h 5254"/>
                <a:gd name="connsiteX1" fmla="*/ 553 w 7794"/>
                <a:gd name="connsiteY1" fmla="*/ 0 h 5254"/>
                <a:gd name="connsiteX2" fmla="*/ 7310 w 7794"/>
                <a:gd name="connsiteY2" fmla="*/ 0 h 5254"/>
                <a:gd name="connsiteX3" fmla="*/ 7776 w 7794"/>
                <a:gd name="connsiteY3" fmla="*/ 587 h 5254"/>
                <a:gd name="connsiteX4" fmla="*/ 7794 w 7794"/>
                <a:gd name="connsiteY4" fmla="*/ 4718 h 5254"/>
                <a:gd name="connsiteX5" fmla="*/ 7327 w 7794"/>
                <a:gd name="connsiteY5" fmla="*/ 5254 h 5254"/>
                <a:gd name="connsiteX6" fmla="*/ 530 w 7794"/>
                <a:gd name="connsiteY6" fmla="*/ 5218 h 5254"/>
                <a:gd name="connsiteX7" fmla="*/ 17 w 7794"/>
                <a:gd name="connsiteY7" fmla="*/ 4735 h 5254"/>
                <a:gd name="connsiteX8" fmla="*/ 0 w 7794"/>
                <a:gd name="connsiteY8" fmla="*/ 571 h 5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94" h="5254">
                  <a:moveTo>
                    <a:pt x="0" y="571"/>
                  </a:moveTo>
                  <a:cubicBezTo>
                    <a:pt x="0" y="89"/>
                    <a:pt x="71" y="0"/>
                    <a:pt x="553" y="0"/>
                  </a:cubicBezTo>
                  <a:lnTo>
                    <a:pt x="7310" y="0"/>
                  </a:lnTo>
                  <a:cubicBezTo>
                    <a:pt x="7792" y="0"/>
                    <a:pt x="7776" y="105"/>
                    <a:pt x="7776" y="587"/>
                  </a:cubicBezTo>
                  <a:lnTo>
                    <a:pt x="7794" y="4718"/>
                  </a:lnTo>
                  <a:cubicBezTo>
                    <a:pt x="7794" y="5200"/>
                    <a:pt x="7809" y="5254"/>
                    <a:pt x="7327" y="5254"/>
                  </a:cubicBezTo>
                  <a:lnTo>
                    <a:pt x="530" y="5218"/>
                  </a:lnTo>
                  <a:cubicBezTo>
                    <a:pt x="48" y="5218"/>
                    <a:pt x="17" y="5217"/>
                    <a:pt x="17" y="4735"/>
                  </a:cubicBezTo>
                  <a:lnTo>
                    <a:pt x="0" y="571"/>
                  </a:lnTo>
                  <a:close/>
                </a:path>
              </a:pathLst>
            </a:custGeom>
            <a:solidFill>
              <a:schemeClr val="bg1">
                <a:alpha val="94000"/>
              </a:schemeClr>
            </a:solidFill>
            <a:ln w="12700" cmpd="sng">
              <a:solidFill>
                <a:srgbClr val="3F89EE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96" y="5480"/>
              <a:ext cx="7597" cy="4531"/>
            </a:xfrm>
            <a:prstGeom prst="rect">
              <a:avLst/>
            </a:prstGeom>
          </p:spPr>
        </p:pic>
      </p:grpSp>
      <p:sp>
        <p:nvSpPr>
          <p:cNvPr id="6" name="任意多边形 5"/>
          <p:cNvSpPr>
            <a:spLocks noChangeAspect="1"/>
          </p:cNvSpPr>
          <p:nvPr/>
        </p:nvSpPr>
        <p:spPr>
          <a:xfrm>
            <a:off x="9627216" y="2808705"/>
            <a:ext cx="1641475" cy="3896690"/>
          </a:xfrm>
          <a:custGeom>
            <a:avLst/>
            <a:gdLst>
              <a:gd name="connsiteX0" fmla="*/ 4 w 2748"/>
              <a:gd name="connsiteY0" fmla="*/ 450 h 6492"/>
              <a:gd name="connsiteX1" fmla="*/ 267 w 2748"/>
              <a:gd name="connsiteY1" fmla="*/ 9 h 6492"/>
              <a:gd name="connsiteX2" fmla="*/ 2463 w 2748"/>
              <a:gd name="connsiteY2" fmla="*/ 0 h 6492"/>
              <a:gd name="connsiteX3" fmla="*/ 2748 w 2748"/>
              <a:gd name="connsiteY3" fmla="*/ 470 h 6492"/>
              <a:gd name="connsiteX4" fmla="*/ 2748 w 2748"/>
              <a:gd name="connsiteY4" fmla="*/ 6020 h 6492"/>
              <a:gd name="connsiteX5" fmla="*/ 2467 w 2748"/>
              <a:gd name="connsiteY5" fmla="*/ 6475 h 6492"/>
              <a:gd name="connsiteX6" fmla="*/ 2509 w 2748"/>
              <a:gd name="connsiteY6" fmla="*/ 6487 h 6492"/>
              <a:gd name="connsiteX7" fmla="*/ 325 w 2748"/>
              <a:gd name="connsiteY7" fmla="*/ 6492 h 6492"/>
              <a:gd name="connsiteX8" fmla="*/ 0 w 2748"/>
              <a:gd name="connsiteY8" fmla="*/ 6121 h 6492"/>
              <a:gd name="connsiteX9" fmla="*/ 4 w 2748"/>
              <a:gd name="connsiteY9" fmla="*/ 450 h 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48" h="6492">
                <a:moveTo>
                  <a:pt x="4" y="450"/>
                </a:moveTo>
                <a:cubicBezTo>
                  <a:pt x="4" y="198"/>
                  <a:pt x="15" y="9"/>
                  <a:pt x="267" y="9"/>
                </a:cubicBezTo>
                <a:lnTo>
                  <a:pt x="2463" y="0"/>
                </a:lnTo>
                <a:cubicBezTo>
                  <a:pt x="2715" y="0"/>
                  <a:pt x="2748" y="218"/>
                  <a:pt x="2748" y="470"/>
                </a:cubicBezTo>
                <a:lnTo>
                  <a:pt x="2748" y="6020"/>
                </a:lnTo>
                <a:cubicBezTo>
                  <a:pt x="2748" y="6272"/>
                  <a:pt x="2719" y="6475"/>
                  <a:pt x="2467" y="6475"/>
                </a:cubicBezTo>
                <a:lnTo>
                  <a:pt x="2509" y="6487"/>
                </a:lnTo>
                <a:lnTo>
                  <a:pt x="325" y="6492"/>
                </a:lnTo>
                <a:cubicBezTo>
                  <a:pt x="73" y="6492"/>
                  <a:pt x="0" y="6373"/>
                  <a:pt x="0" y="6121"/>
                </a:cubicBezTo>
                <a:lnTo>
                  <a:pt x="4" y="450"/>
                </a:lnTo>
                <a:close/>
              </a:path>
            </a:pathLst>
          </a:custGeom>
          <a:blipFill rotWithShape="1">
            <a:blip r:embed="rId5"/>
            <a:stretch>
              <a:fillRect/>
            </a:stretch>
          </a:blipFill>
          <a:ln w="12700">
            <a:solidFill>
              <a:srgbClr val="177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7" name="组合 6"/>
          <p:cNvGrpSpPr>
            <a:grpSpLocks noChangeAspect="1"/>
          </p:cNvGrpSpPr>
          <p:nvPr/>
        </p:nvGrpSpPr>
        <p:grpSpPr>
          <a:xfrm>
            <a:off x="673100" y="2464435"/>
            <a:ext cx="825246" cy="380771"/>
            <a:chOff x="925" y="4113"/>
            <a:chExt cx="1711" cy="757"/>
          </a:xfrm>
        </p:grpSpPr>
        <p:sp>
          <p:nvSpPr>
            <p:cNvPr id="8" name="任意多边形 7"/>
            <p:cNvSpPr/>
            <p:nvPr/>
          </p:nvSpPr>
          <p:spPr>
            <a:xfrm>
              <a:off x="925" y="4163"/>
              <a:ext cx="1711" cy="707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80" h="1538">
                  <a:moveTo>
                    <a:pt x="175" y="0"/>
                  </a:moveTo>
                  <a:lnTo>
                    <a:pt x="3005" y="0"/>
                  </a:lnTo>
                  <a:cubicBezTo>
                    <a:pt x="3102" y="0"/>
                    <a:pt x="3180" y="78"/>
                    <a:pt x="3180" y="175"/>
                  </a:cubicBezTo>
                  <a:lnTo>
                    <a:pt x="3180" y="875"/>
                  </a:lnTo>
                  <a:cubicBezTo>
                    <a:pt x="3180" y="972"/>
                    <a:pt x="3102" y="1050"/>
                    <a:pt x="3005" y="1050"/>
                  </a:cubicBezTo>
                  <a:lnTo>
                    <a:pt x="861" y="1050"/>
                  </a:lnTo>
                  <a:lnTo>
                    <a:pt x="0" y="1538"/>
                  </a:lnTo>
                  <a:lnTo>
                    <a:pt x="0" y="875"/>
                  </a:lnTo>
                  <a:lnTo>
                    <a:pt x="0" y="520"/>
                  </a:lnTo>
                  <a:lnTo>
                    <a:pt x="0" y="175"/>
                  </a:lnTo>
                  <a:cubicBezTo>
                    <a:pt x="0" y="78"/>
                    <a:pt x="78" y="0"/>
                    <a:pt x="175" y="0"/>
                  </a:cubicBezTo>
                  <a:close/>
                </a:path>
              </a:pathLst>
            </a:custGeom>
            <a:noFill/>
            <a:ln w="12700">
              <a:solidFill>
                <a:srgbClr val="3F89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anchor="ctr" anchorCtr="0">
              <a:noAutofit/>
            </a:bodyPr>
            <a:lstStyle/>
            <a:p>
              <a:pPr indent="0" fontAlgn="auto">
                <a:lnSpc>
                  <a:spcPts val="3000"/>
                </a:lnSpc>
                <a:spcBef>
                  <a:spcPts val="0"/>
                </a:spcBef>
              </a:pPr>
              <a:endPara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66" y="4113"/>
              <a:ext cx="1610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700" b="1" dirty="0">
                  <a:solidFill>
                    <a:srgbClr val="1771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电脑端</a:t>
              </a:r>
            </a:p>
          </p:txBody>
        </p:sp>
      </p:grpSp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9612630" y="2464435"/>
            <a:ext cx="825246" cy="380771"/>
            <a:chOff x="925" y="4113"/>
            <a:chExt cx="1711" cy="757"/>
          </a:xfrm>
        </p:grpSpPr>
        <p:sp>
          <p:nvSpPr>
            <p:cNvPr id="11" name="任意多边形 10"/>
            <p:cNvSpPr/>
            <p:nvPr/>
          </p:nvSpPr>
          <p:spPr>
            <a:xfrm>
              <a:off x="925" y="4163"/>
              <a:ext cx="1711" cy="707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80" h="1538">
                  <a:moveTo>
                    <a:pt x="175" y="0"/>
                  </a:moveTo>
                  <a:lnTo>
                    <a:pt x="3005" y="0"/>
                  </a:lnTo>
                  <a:cubicBezTo>
                    <a:pt x="3102" y="0"/>
                    <a:pt x="3180" y="78"/>
                    <a:pt x="3180" y="175"/>
                  </a:cubicBezTo>
                  <a:lnTo>
                    <a:pt x="3180" y="875"/>
                  </a:lnTo>
                  <a:cubicBezTo>
                    <a:pt x="3180" y="972"/>
                    <a:pt x="3102" y="1050"/>
                    <a:pt x="3005" y="1050"/>
                  </a:cubicBezTo>
                  <a:lnTo>
                    <a:pt x="861" y="1050"/>
                  </a:lnTo>
                  <a:lnTo>
                    <a:pt x="0" y="1538"/>
                  </a:lnTo>
                  <a:lnTo>
                    <a:pt x="0" y="875"/>
                  </a:lnTo>
                  <a:lnTo>
                    <a:pt x="0" y="520"/>
                  </a:lnTo>
                  <a:lnTo>
                    <a:pt x="0" y="175"/>
                  </a:lnTo>
                  <a:cubicBezTo>
                    <a:pt x="0" y="78"/>
                    <a:pt x="78" y="0"/>
                    <a:pt x="175" y="0"/>
                  </a:cubicBezTo>
                  <a:close/>
                </a:path>
              </a:pathLst>
            </a:custGeom>
            <a:noFill/>
            <a:ln w="12700">
              <a:solidFill>
                <a:srgbClr val="3F89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anchor="ctr" anchorCtr="0">
              <a:noAutofit/>
            </a:bodyPr>
            <a:lstStyle/>
            <a:p>
              <a:pPr indent="0" fontAlgn="auto">
                <a:lnSpc>
                  <a:spcPts val="3000"/>
                </a:lnSpc>
                <a:spcBef>
                  <a:spcPts val="0"/>
                </a:spcBef>
              </a:pPr>
              <a:endPara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66" y="4113"/>
              <a:ext cx="1610" cy="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700" b="1" dirty="0">
                  <a:solidFill>
                    <a:srgbClr val="1771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手机端</a:t>
              </a:r>
            </a:p>
          </p:txBody>
        </p:sp>
      </p:grpSp>
      <p:grpSp>
        <p:nvGrpSpPr>
          <p:cNvPr id="13" name="组合 12"/>
          <p:cNvGrpSpPr>
            <a:grpSpLocks noChangeAspect="1"/>
          </p:cNvGrpSpPr>
          <p:nvPr/>
        </p:nvGrpSpPr>
        <p:grpSpPr>
          <a:xfrm>
            <a:off x="7212965" y="3027045"/>
            <a:ext cx="825246" cy="380771"/>
            <a:chOff x="925" y="4113"/>
            <a:chExt cx="1711" cy="757"/>
          </a:xfrm>
        </p:grpSpPr>
        <p:sp>
          <p:nvSpPr>
            <p:cNvPr id="14" name="任意多边形 13"/>
            <p:cNvSpPr/>
            <p:nvPr/>
          </p:nvSpPr>
          <p:spPr>
            <a:xfrm>
              <a:off x="925" y="4163"/>
              <a:ext cx="1711" cy="707"/>
            </a:xfrm>
            <a:custGeom>
              <a:avLst/>
              <a:gdLst>
                <a:gd name="adj" fmla="val 16667"/>
                <a:gd name="a" fmla="pin 0 adj 50000"/>
                <a:gd name="x1" fmla="*/ ss a 100000"/>
                <a:gd name="x2" fmla="+- r 0 x1"/>
                <a:gd name="y2" fmla="+- b 0 x1"/>
                <a:gd name="il" fmla="*/ x1 29289 100000"/>
                <a:gd name="ir" fmla="+- r 0 il"/>
                <a:gd name="ib" fmla="+- b 0 il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80" h="1538">
                  <a:moveTo>
                    <a:pt x="175" y="0"/>
                  </a:moveTo>
                  <a:lnTo>
                    <a:pt x="3005" y="0"/>
                  </a:lnTo>
                  <a:cubicBezTo>
                    <a:pt x="3102" y="0"/>
                    <a:pt x="3180" y="78"/>
                    <a:pt x="3180" y="175"/>
                  </a:cubicBezTo>
                  <a:lnTo>
                    <a:pt x="3180" y="875"/>
                  </a:lnTo>
                  <a:cubicBezTo>
                    <a:pt x="3180" y="972"/>
                    <a:pt x="3102" y="1050"/>
                    <a:pt x="3005" y="1050"/>
                  </a:cubicBezTo>
                  <a:lnTo>
                    <a:pt x="861" y="1050"/>
                  </a:lnTo>
                  <a:lnTo>
                    <a:pt x="0" y="1538"/>
                  </a:lnTo>
                  <a:lnTo>
                    <a:pt x="0" y="875"/>
                  </a:lnTo>
                  <a:lnTo>
                    <a:pt x="0" y="520"/>
                  </a:lnTo>
                  <a:lnTo>
                    <a:pt x="0" y="175"/>
                  </a:lnTo>
                  <a:cubicBezTo>
                    <a:pt x="0" y="78"/>
                    <a:pt x="78" y="0"/>
                    <a:pt x="175" y="0"/>
                  </a:cubicBezTo>
                  <a:close/>
                </a:path>
              </a:pathLst>
            </a:custGeom>
            <a:noFill/>
            <a:ln w="12700">
              <a:solidFill>
                <a:srgbClr val="3F89E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0" anchor="ctr" anchorCtr="0">
              <a:noAutofit/>
            </a:bodyPr>
            <a:lstStyle/>
            <a:p>
              <a:pPr indent="0" fontAlgn="auto">
                <a:lnSpc>
                  <a:spcPts val="3000"/>
                </a:lnSpc>
                <a:spcBef>
                  <a:spcPts val="0"/>
                </a:spcBef>
              </a:pPr>
              <a:endPara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66" y="4113"/>
              <a:ext cx="1610" cy="5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zh-CN" altLang="en-US" sz="700" b="1" dirty="0">
                  <a:solidFill>
                    <a:srgbClr val="1771E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流程审批</a:t>
              </a:r>
            </a:p>
          </p:txBody>
        </p:sp>
      </p:grpSp>
      <p:sp>
        <p:nvSpPr>
          <p:cNvPr id="16" name="任意多边形 15"/>
          <p:cNvSpPr/>
          <p:nvPr/>
        </p:nvSpPr>
        <p:spPr>
          <a:xfrm>
            <a:off x="4772025" y="3505200"/>
            <a:ext cx="4662170" cy="2872740"/>
          </a:xfrm>
          <a:custGeom>
            <a:avLst/>
            <a:gdLst>
              <a:gd name="connsiteX0" fmla="*/ 0 w 7794"/>
              <a:gd name="connsiteY0" fmla="*/ 571 h 5254"/>
              <a:gd name="connsiteX1" fmla="*/ 553 w 7794"/>
              <a:gd name="connsiteY1" fmla="*/ 0 h 5254"/>
              <a:gd name="connsiteX2" fmla="*/ 7310 w 7794"/>
              <a:gd name="connsiteY2" fmla="*/ 0 h 5254"/>
              <a:gd name="connsiteX3" fmla="*/ 7776 w 7794"/>
              <a:gd name="connsiteY3" fmla="*/ 587 h 5254"/>
              <a:gd name="connsiteX4" fmla="*/ 7794 w 7794"/>
              <a:gd name="connsiteY4" fmla="*/ 4718 h 5254"/>
              <a:gd name="connsiteX5" fmla="*/ 7327 w 7794"/>
              <a:gd name="connsiteY5" fmla="*/ 5254 h 5254"/>
              <a:gd name="connsiteX6" fmla="*/ 530 w 7794"/>
              <a:gd name="connsiteY6" fmla="*/ 5218 h 5254"/>
              <a:gd name="connsiteX7" fmla="*/ 17 w 7794"/>
              <a:gd name="connsiteY7" fmla="*/ 4735 h 5254"/>
              <a:gd name="connsiteX8" fmla="*/ 0 w 7794"/>
              <a:gd name="connsiteY8" fmla="*/ 571 h 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94" h="5254">
                <a:moveTo>
                  <a:pt x="0" y="571"/>
                </a:moveTo>
                <a:cubicBezTo>
                  <a:pt x="0" y="89"/>
                  <a:pt x="71" y="0"/>
                  <a:pt x="553" y="0"/>
                </a:cubicBezTo>
                <a:lnTo>
                  <a:pt x="7310" y="0"/>
                </a:lnTo>
                <a:cubicBezTo>
                  <a:pt x="7792" y="0"/>
                  <a:pt x="7776" y="105"/>
                  <a:pt x="7776" y="587"/>
                </a:cubicBezTo>
                <a:lnTo>
                  <a:pt x="7794" y="4718"/>
                </a:lnTo>
                <a:cubicBezTo>
                  <a:pt x="7794" y="5200"/>
                  <a:pt x="7809" y="5254"/>
                  <a:pt x="7327" y="5254"/>
                </a:cubicBezTo>
                <a:lnTo>
                  <a:pt x="530" y="5218"/>
                </a:lnTo>
                <a:cubicBezTo>
                  <a:pt x="48" y="5218"/>
                  <a:pt x="17" y="5217"/>
                  <a:pt x="17" y="4735"/>
                </a:cubicBezTo>
                <a:lnTo>
                  <a:pt x="0" y="571"/>
                </a:lnTo>
                <a:close/>
              </a:path>
            </a:pathLst>
          </a:custGeom>
          <a:solidFill>
            <a:schemeClr val="bg1">
              <a:alpha val="94000"/>
            </a:schemeClr>
          </a:solidFill>
          <a:ln w="12700" cmpd="sng">
            <a:solidFill>
              <a:srgbClr val="3F89EE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7745" y="4001770"/>
            <a:ext cx="4573905" cy="1979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项目整体业务流程图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82156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从项目维度，对项目的收入/成本/利润、计划/进度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工时</a:t>
            </a:r>
            <a:r>
              <a:rPr 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、经营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进行管理。</a:t>
            </a:r>
          </a:p>
        </p:txBody>
      </p:sp>
      <p:sp>
        <p:nvSpPr>
          <p:cNvPr id="3" name="圆角矩形 2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476250" y="2148205"/>
            <a:ext cx="1339215" cy="365252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29285" y="2277110"/>
            <a:ext cx="1032510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计划管理</a:t>
            </a: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 flipV="1">
            <a:off x="4681855" y="2147570"/>
            <a:ext cx="5558790" cy="460375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1" name="流程图: 过程 10"/>
          <p:cNvSpPr/>
          <p:nvPr>
            <p:custDataLst>
              <p:tags r:id="rId6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2" name="流程图: 过程 11"/>
          <p:cNvSpPr/>
          <p:nvPr>
            <p:custDataLst>
              <p:tags r:id="rId7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3" name="流程图: 过程 12"/>
          <p:cNvSpPr/>
          <p:nvPr>
            <p:custDataLst>
              <p:tags r:id="rId8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4" name="流程图: 过程 13"/>
          <p:cNvSpPr/>
          <p:nvPr>
            <p:custDataLst>
              <p:tags r:id="rId9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" name="流程图: 过程 14"/>
          <p:cNvSpPr/>
          <p:nvPr>
            <p:custDataLst>
              <p:tags r:id="rId10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6" name="箭头: 下 116"/>
          <p:cNvSpPr/>
          <p:nvPr>
            <p:custDataLst>
              <p:tags r:id="rId11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7" name="箭头: 下 117"/>
          <p:cNvSpPr/>
          <p:nvPr>
            <p:custDataLst>
              <p:tags r:id="rId12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8" name="箭头: 下 118"/>
          <p:cNvSpPr/>
          <p:nvPr>
            <p:custDataLst>
              <p:tags r:id="rId13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9" name="箭头: 下 88"/>
          <p:cNvSpPr/>
          <p:nvPr>
            <p:custDataLst>
              <p:tags r:id="rId14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0" name="箭头: 下 89"/>
          <p:cNvSpPr/>
          <p:nvPr>
            <p:custDataLst>
              <p:tags r:id="rId15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1" name="矩形 20"/>
          <p:cNvSpPr/>
          <p:nvPr>
            <p:custDataLst>
              <p:tags r:id="rId16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2" name="流程图: 过程 21"/>
          <p:cNvSpPr/>
          <p:nvPr>
            <p:custDataLst>
              <p:tags r:id="rId17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23" name="流程图: 过程 22"/>
          <p:cNvSpPr/>
          <p:nvPr>
            <p:custDataLst>
              <p:tags r:id="rId18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24" name="流程图: 过程 23"/>
          <p:cNvSpPr/>
          <p:nvPr>
            <p:custDataLst>
              <p:tags r:id="rId19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25" name="流程图: 过程 24"/>
          <p:cNvSpPr/>
          <p:nvPr>
            <p:custDataLst>
              <p:tags r:id="rId20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26" name="流程图: 过程 25"/>
          <p:cNvSpPr/>
          <p:nvPr>
            <p:custDataLst>
              <p:tags r:id="rId21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27" name="流程图: 过程 26"/>
          <p:cNvSpPr/>
          <p:nvPr>
            <p:custDataLst>
              <p:tags r:id="rId22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28" name="文本框 27"/>
          <p:cNvSpPr txBox="1"/>
          <p:nvPr>
            <p:custDataLst>
              <p:tags r:id="rId23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30" name="矩形 29"/>
          <p:cNvSpPr/>
          <p:nvPr>
            <p:custDataLst>
              <p:tags r:id="rId25"/>
            </p:custDataLst>
          </p:nvPr>
        </p:nvSpPr>
        <p:spPr>
          <a:xfrm>
            <a:off x="7339330" y="2651125"/>
            <a:ext cx="1338580" cy="31496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1" name="矩形 30"/>
          <p:cNvSpPr/>
          <p:nvPr>
            <p:custDataLst>
              <p:tags r:id="rId26"/>
            </p:custDataLst>
          </p:nvPr>
        </p:nvSpPr>
        <p:spPr>
          <a:xfrm>
            <a:off x="1931035" y="2148205"/>
            <a:ext cx="2633980" cy="3652520"/>
          </a:xfrm>
          <a:prstGeom prst="rect">
            <a:avLst/>
          </a:prstGeom>
          <a:solidFill>
            <a:srgbClr val="E7F1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流程图: 过程 31"/>
          <p:cNvSpPr/>
          <p:nvPr>
            <p:custDataLst>
              <p:tags r:id="rId27"/>
            </p:custDataLst>
          </p:nvPr>
        </p:nvSpPr>
        <p:spPr>
          <a:xfrm>
            <a:off x="3389630" y="270065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收入合同</a:t>
            </a:r>
          </a:p>
        </p:txBody>
      </p:sp>
      <p:sp>
        <p:nvSpPr>
          <p:cNvPr id="33" name="矩形 32"/>
          <p:cNvSpPr/>
          <p:nvPr>
            <p:custDataLst>
              <p:tags r:id="rId28"/>
            </p:custDataLst>
          </p:nvPr>
        </p:nvSpPr>
        <p:spPr>
          <a:xfrm>
            <a:off x="4681220" y="2651125"/>
            <a:ext cx="2541270" cy="31496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4" name="矩形 33"/>
          <p:cNvSpPr/>
          <p:nvPr>
            <p:custDataLst>
              <p:tags r:id="rId29"/>
            </p:custDataLst>
          </p:nvPr>
        </p:nvSpPr>
        <p:spPr>
          <a:xfrm>
            <a:off x="8793480" y="2651125"/>
            <a:ext cx="1446530" cy="316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30"/>
            </p:custDataLst>
          </p:nvPr>
        </p:nvSpPr>
        <p:spPr>
          <a:xfrm>
            <a:off x="2792730" y="2277110"/>
            <a:ext cx="105092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收入管理</a:t>
            </a:r>
          </a:p>
        </p:txBody>
      </p:sp>
      <p:sp>
        <p:nvSpPr>
          <p:cNvPr id="36" name="文本框 35"/>
          <p:cNvSpPr txBox="1"/>
          <p:nvPr>
            <p:custDataLst>
              <p:tags r:id="rId31"/>
            </p:custDataLst>
          </p:nvPr>
        </p:nvSpPr>
        <p:spPr>
          <a:xfrm>
            <a:off x="5434330" y="2778125"/>
            <a:ext cx="1009015" cy="3067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支出管理</a:t>
            </a:r>
          </a:p>
        </p:txBody>
      </p:sp>
      <p:sp>
        <p:nvSpPr>
          <p:cNvPr id="37" name="文本框 36"/>
          <p:cNvSpPr txBox="1"/>
          <p:nvPr>
            <p:custDataLst>
              <p:tags r:id="rId32"/>
            </p:custDataLst>
          </p:nvPr>
        </p:nvSpPr>
        <p:spPr>
          <a:xfrm>
            <a:off x="8994775" y="2778125"/>
            <a:ext cx="1017905" cy="2882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项目物资</a:t>
            </a:r>
          </a:p>
        </p:txBody>
      </p:sp>
      <p:sp>
        <p:nvSpPr>
          <p:cNvPr id="38" name="流程图: 过程 37"/>
          <p:cNvSpPr/>
          <p:nvPr>
            <p:custDataLst>
              <p:tags r:id="rId33"/>
            </p:custDataLst>
          </p:nvPr>
        </p:nvSpPr>
        <p:spPr>
          <a:xfrm>
            <a:off x="6075045" y="322008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支出合同</a:t>
            </a:r>
          </a:p>
        </p:txBody>
      </p:sp>
      <p:sp>
        <p:nvSpPr>
          <p:cNvPr id="39" name="流程图: 过程 38"/>
          <p:cNvSpPr/>
          <p:nvPr>
            <p:custDataLst>
              <p:tags r:id="rId34"/>
            </p:custDataLst>
          </p:nvPr>
        </p:nvSpPr>
        <p:spPr>
          <a:xfrm>
            <a:off x="8982075" y="3235325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采购申请</a:t>
            </a:r>
          </a:p>
        </p:txBody>
      </p:sp>
      <p:sp>
        <p:nvSpPr>
          <p:cNvPr id="40" name="流程图: 过程 39"/>
          <p:cNvSpPr/>
          <p:nvPr>
            <p:custDataLst>
              <p:tags r:id="rId35"/>
            </p:custDataLst>
          </p:nvPr>
        </p:nvSpPr>
        <p:spPr>
          <a:xfrm>
            <a:off x="2063750" y="270065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</a:p>
        </p:txBody>
      </p:sp>
      <p:cxnSp>
        <p:nvCxnSpPr>
          <p:cNvPr id="41" name="直接箭头连接符 40"/>
          <p:cNvCxnSpPr>
            <a:stCxn id="32" idx="1"/>
            <a:endCxn id="40" idx="3"/>
          </p:cNvCxnSpPr>
          <p:nvPr>
            <p:custDataLst>
              <p:tags r:id="rId36"/>
            </p:custDataLst>
          </p:nvPr>
        </p:nvCxnSpPr>
        <p:spPr>
          <a:xfrm flipH="1">
            <a:off x="3094355" y="2845435"/>
            <a:ext cx="29464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流程图: 过程 41"/>
          <p:cNvSpPr/>
          <p:nvPr>
            <p:custDataLst>
              <p:tags r:id="rId37"/>
            </p:custDataLst>
          </p:nvPr>
        </p:nvSpPr>
        <p:spPr>
          <a:xfrm>
            <a:off x="3389630" y="323342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收入确认</a:t>
            </a:r>
          </a:p>
        </p:txBody>
      </p:sp>
      <p:sp>
        <p:nvSpPr>
          <p:cNvPr id="43" name="流程图: 过程 42"/>
          <p:cNvSpPr/>
          <p:nvPr>
            <p:custDataLst>
              <p:tags r:id="rId38"/>
            </p:custDataLst>
          </p:nvPr>
        </p:nvSpPr>
        <p:spPr>
          <a:xfrm>
            <a:off x="3385820" y="379603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开票申请</a:t>
            </a:r>
          </a:p>
        </p:txBody>
      </p:sp>
      <p:sp>
        <p:nvSpPr>
          <p:cNvPr id="44" name="流程图: 过程 43"/>
          <p:cNvSpPr/>
          <p:nvPr>
            <p:custDataLst>
              <p:tags r:id="rId39"/>
            </p:custDataLst>
          </p:nvPr>
        </p:nvSpPr>
        <p:spPr>
          <a:xfrm>
            <a:off x="3385820" y="435864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收入发票</a:t>
            </a:r>
          </a:p>
        </p:txBody>
      </p:sp>
      <p:sp>
        <p:nvSpPr>
          <p:cNvPr id="45" name="流程图: 过程 44"/>
          <p:cNvSpPr/>
          <p:nvPr>
            <p:custDataLst>
              <p:tags r:id="rId40"/>
            </p:custDataLst>
          </p:nvPr>
        </p:nvSpPr>
        <p:spPr>
          <a:xfrm>
            <a:off x="3389630" y="49015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收款单</a:t>
            </a:r>
          </a:p>
        </p:txBody>
      </p:sp>
      <p:sp>
        <p:nvSpPr>
          <p:cNvPr id="46" name="流程图: 过程 45"/>
          <p:cNvSpPr/>
          <p:nvPr>
            <p:custDataLst>
              <p:tags r:id="rId41"/>
            </p:custDataLst>
          </p:nvPr>
        </p:nvSpPr>
        <p:spPr>
          <a:xfrm>
            <a:off x="7475855" y="22409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</a:p>
        </p:txBody>
      </p:sp>
      <p:sp>
        <p:nvSpPr>
          <p:cNvPr id="47" name="流程图: 过程 46"/>
          <p:cNvSpPr/>
          <p:nvPr>
            <p:custDataLst>
              <p:tags r:id="rId42"/>
            </p:custDataLst>
          </p:nvPr>
        </p:nvSpPr>
        <p:spPr>
          <a:xfrm>
            <a:off x="4751070" y="322516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</a:p>
        </p:txBody>
      </p:sp>
      <p:cxnSp>
        <p:nvCxnSpPr>
          <p:cNvPr id="48" name="直接箭头连接符 35"/>
          <p:cNvCxnSpPr>
            <a:stCxn id="46" idx="1"/>
            <a:endCxn id="38" idx="0"/>
          </p:cNvCxnSpPr>
          <p:nvPr>
            <p:custDataLst>
              <p:tags r:id="rId43"/>
            </p:custDataLst>
          </p:nvPr>
        </p:nvCxnSpPr>
        <p:spPr>
          <a:xfrm rot="10800000" flipV="1">
            <a:off x="6590665" y="2385695"/>
            <a:ext cx="885190" cy="83439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38" idx="1"/>
            <a:endCxn id="47" idx="3"/>
          </p:cNvCxnSpPr>
          <p:nvPr>
            <p:custDataLst>
              <p:tags r:id="rId44"/>
            </p:custDataLst>
          </p:nvPr>
        </p:nvCxnSpPr>
        <p:spPr>
          <a:xfrm flipH="1">
            <a:off x="5782310" y="3363595"/>
            <a:ext cx="292735" cy="444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流程图: 过程 49"/>
          <p:cNvSpPr/>
          <p:nvPr>
            <p:custDataLst>
              <p:tags r:id="rId45"/>
            </p:custDataLst>
          </p:nvPr>
        </p:nvSpPr>
        <p:spPr>
          <a:xfrm>
            <a:off x="8982075" y="376809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</a:p>
        </p:txBody>
      </p:sp>
      <p:sp>
        <p:nvSpPr>
          <p:cNvPr id="51" name="流程图: 过程 50"/>
          <p:cNvSpPr/>
          <p:nvPr>
            <p:custDataLst>
              <p:tags r:id="rId46"/>
            </p:custDataLst>
          </p:nvPr>
        </p:nvSpPr>
        <p:spPr>
          <a:xfrm>
            <a:off x="8982075" y="432054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采购入库</a:t>
            </a:r>
          </a:p>
        </p:txBody>
      </p:sp>
      <p:sp>
        <p:nvSpPr>
          <p:cNvPr id="52" name="流程图: 过程 51"/>
          <p:cNvSpPr/>
          <p:nvPr>
            <p:custDataLst>
              <p:tags r:id="rId47"/>
            </p:custDataLst>
          </p:nvPr>
        </p:nvSpPr>
        <p:spPr>
          <a:xfrm>
            <a:off x="8982075" y="4848225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领用出库</a:t>
            </a:r>
          </a:p>
        </p:txBody>
      </p:sp>
      <p:sp>
        <p:nvSpPr>
          <p:cNvPr id="53" name="流程图: 过程 52"/>
          <p:cNvSpPr/>
          <p:nvPr>
            <p:custDataLst>
              <p:tags r:id="rId48"/>
            </p:custDataLst>
          </p:nvPr>
        </p:nvSpPr>
        <p:spPr>
          <a:xfrm>
            <a:off x="8982075" y="538353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领用退库</a:t>
            </a:r>
          </a:p>
        </p:txBody>
      </p:sp>
      <p:sp>
        <p:nvSpPr>
          <p:cNvPr id="54" name="流程图: 过程 53"/>
          <p:cNvSpPr/>
          <p:nvPr>
            <p:custDataLst>
              <p:tags r:id="rId49"/>
            </p:custDataLst>
          </p:nvPr>
        </p:nvSpPr>
        <p:spPr>
          <a:xfrm>
            <a:off x="6068060" y="374840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成本确认</a:t>
            </a:r>
          </a:p>
        </p:txBody>
      </p:sp>
      <p:sp>
        <p:nvSpPr>
          <p:cNvPr id="55" name="流程图: 过程 54"/>
          <p:cNvSpPr/>
          <p:nvPr>
            <p:custDataLst>
              <p:tags r:id="rId50"/>
            </p:custDataLst>
          </p:nvPr>
        </p:nvSpPr>
        <p:spPr>
          <a:xfrm>
            <a:off x="6068060" y="485394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付款申请</a:t>
            </a:r>
          </a:p>
        </p:txBody>
      </p:sp>
      <p:sp>
        <p:nvSpPr>
          <p:cNvPr id="56" name="流程图: 过程 55"/>
          <p:cNvSpPr/>
          <p:nvPr>
            <p:custDataLst>
              <p:tags r:id="rId51"/>
            </p:custDataLst>
          </p:nvPr>
        </p:nvSpPr>
        <p:spPr>
          <a:xfrm>
            <a:off x="6068060" y="538353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付款单</a:t>
            </a:r>
          </a:p>
        </p:txBody>
      </p:sp>
      <p:cxnSp>
        <p:nvCxnSpPr>
          <p:cNvPr id="57" name="直接箭头连接符 56"/>
          <p:cNvCxnSpPr>
            <a:stCxn id="38" idx="2"/>
            <a:endCxn id="54" idx="0"/>
          </p:cNvCxnSpPr>
          <p:nvPr>
            <p:custDataLst>
              <p:tags r:id="rId52"/>
            </p:custDataLst>
          </p:nvPr>
        </p:nvCxnSpPr>
        <p:spPr>
          <a:xfrm flipH="1">
            <a:off x="6583680" y="3507740"/>
            <a:ext cx="6985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54" idx="2"/>
            <a:endCxn id="87" idx="0"/>
          </p:cNvCxnSpPr>
          <p:nvPr>
            <p:custDataLst>
              <p:tags r:id="rId53"/>
            </p:custDataLst>
          </p:nvPr>
        </p:nvCxnSpPr>
        <p:spPr>
          <a:xfrm>
            <a:off x="6583680" y="4036695"/>
            <a:ext cx="0" cy="24765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55" idx="2"/>
            <a:endCxn id="56" idx="0"/>
          </p:cNvCxnSpPr>
          <p:nvPr>
            <p:custDataLst>
              <p:tags r:id="rId54"/>
            </p:custDataLst>
          </p:nvPr>
        </p:nvCxnSpPr>
        <p:spPr>
          <a:xfrm>
            <a:off x="6583680" y="5142230"/>
            <a:ext cx="0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39" idx="2"/>
            <a:endCxn id="50" idx="0"/>
          </p:cNvCxnSpPr>
          <p:nvPr>
            <p:custDataLst>
              <p:tags r:id="rId55"/>
            </p:custDataLst>
          </p:nvPr>
        </p:nvCxnSpPr>
        <p:spPr>
          <a:xfrm>
            <a:off x="9497695" y="3522345"/>
            <a:ext cx="0" cy="24511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0" idx="2"/>
            <a:endCxn id="51" idx="0"/>
          </p:cNvCxnSpPr>
          <p:nvPr>
            <p:custDataLst>
              <p:tags r:id="rId56"/>
            </p:custDataLst>
          </p:nvPr>
        </p:nvCxnSpPr>
        <p:spPr>
          <a:xfrm>
            <a:off x="9497695" y="4057015"/>
            <a:ext cx="0" cy="26416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51" idx="2"/>
            <a:endCxn id="52" idx="0"/>
          </p:cNvCxnSpPr>
          <p:nvPr>
            <p:custDataLst>
              <p:tags r:id="rId57"/>
            </p:custDataLst>
          </p:nvPr>
        </p:nvCxnSpPr>
        <p:spPr>
          <a:xfrm>
            <a:off x="9497695" y="4609465"/>
            <a:ext cx="0" cy="23876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52" idx="2"/>
            <a:endCxn id="53" idx="0"/>
          </p:cNvCxnSpPr>
          <p:nvPr>
            <p:custDataLst>
              <p:tags r:id="rId58"/>
            </p:custDataLst>
          </p:nvPr>
        </p:nvCxnSpPr>
        <p:spPr>
          <a:xfrm>
            <a:off x="9497695" y="5136515"/>
            <a:ext cx="0" cy="24638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35"/>
          <p:cNvCxnSpPr>
            <a:stCxn id="46" idx="3"/>
            <a:endCxn id="39" idx="1"/>
          </p:cNvCxnSpPr>
          <p:nvPr>
            <p:custDataLst>
              <p:tags r:id="rId59"/>
            </p:custDataLst>
          </p:nvPr>
        </p:nvCxnSpPr>
        <p:spPr>
          <a:xfrm>
            <a:off x="8507095" y="2385695"/>
            <a:ext cx="474980" cy="9944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32" idx="2"/>
            <a:endCxn id="42" idx="0"/>
          </p:cNvCxnSpPr>
          <p:nvPr>
            <p:custDataLst>
              <p:tags r:id="rId60"/>
            </p:custDataLst>
          </p:nvPr>
        </p:nvCxnSpPr>
        <p:spPr>
          <a:xfrm>
            <a:off x="3905250" y="2988945"/>
            <a:ext cx="0" cy="2438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42" idx="2"/>
            <a:endCxn id="43" idx="0"/>
          </p:cNvCxnSpPr>
          <p:nvPr>
            <p:custDataLst>
              <p:tags r:id="rId61"/>
            </p:custDataLst>
          </p:nvPr>
        </p:nvCxnSpPr>
        <p:spPr>
          <a:xfrm flipH="1">
            <a:off x="3900805" y="3521710"/>
            <a:ext cx="4445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43" idx="2"/>
            <a:endCxn id="44" idx="0"/>
          </p:cNvCxnSpPr>
          <p:nvPr>
            <p:custDataLst>
              <p:tags r:id="rId62"/>
            </p:custDataLst>
          </p:nvPr>
        </p:nvCxnSpPr>
        <p:spPr>
          <a:xfrm>
            <a:off x="3900805" y="4084955"/>
            <a:ext cx="0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44" idx="2"/>
            <a:endCxn id="45" idx="0"/>
          </p:cNvCxnSpPr>
          <p:nvPr>
            <p:custDataLst>
              <p:tags r:id="rId63"/>
            </p:custDataLst>
          </p:nvPr>
        </p:nvCxnSpPr>
        <p:spPr>
          <a:xfrm>
            <a:off x="3901440" y="4646930"/>
            <a:ext cx="3175" cy="2540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流程图: 过程 68"/>
          <p:cNvSpPr/>
          <p:nvPr>
            <p:custDataLst>
              <p:tags r:id="rId64"/>
            </p:custDataLst>
          </p:nvPr>
        </p:nvSpPr>
        <p:spPr>
          <a:xfrm>
            <a:off x="4761230" y="538353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往来付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退款</a:t>
            </a:r>
          </a:p>
        </p:txBody>
      </p:sp>
      <p:sp>
        <p:nvSpPr>
          <p:cNvPr id="70" name="流程图: 过程 69"/>
          <p:cNvSpPr/>
          <p:nvPr>
            <p:custDataLst>
              <p:tags r:id="rId65"/>
            </p:custDataLst>
          </p:nvPr>
        </p:nvSpPr>
        <p:spPr>
          <a:xfrm>
            <a:off x="2054225" y="435864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保证金付款</a:t>
            </a:r>
          </a:p>
        </p:txBody>
      </p:sp>
      <p:sp>
        <p:nvSpPr>
          <p:cNvPr id="71" name="流程图: 过程 70"/>
          <p:cNvSpPr/>
          <p:nvPr>
            <p:custDataLst>
              <p:tags r:id="rId66"/>
            </p:custDataLst>
          </p:nvPr>
        </p:nvSpPr>
        <p:spPr>
          <a:xfrm>
            <a:off x="2058670" y="49015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保证金退回</a:t>
            </a:r>
          </a:p>
        </p:txBody>
      </p:sp>
      <p:cxnSp>
        <p:nvCxnSpPr>
          <p:cNvPr id="72" name="直接箭头连接符 71"/>
          <p:cNvCxnSpPr>
            <a:stCxn id="70" idx="2"/>
            <a:endCxn id="71" idx="0"/>
          </p:cNvCxnSpPr>
          <p:nvPr>
            <p:custDataLst>
              <p:tags r:id="rId67"/>
            </p:custDataLst>
          </p:nvPr>
        </p:nvCxnSpPr>
        <p:spPr>
          <a:xfrm>
            <a:off x="2569845" y="4646930"/>
            <a:ext cx="4445" cy="25463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流程图: 过程 72"/>
          <p:cNvSpPr/>
          <p:nvPr>
            <p:custDataLst>
              <p:tags r:id="rId68"/>
            </p:custDataLst>
          </p:nvPr>
        </p:nvSpPr>
        <p:spPr>
          <a:xfrm>
            <a:off x="4772660" y="432498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保证金收款</a:t>
            </a:r>
          </a:p>
        </p:txBody>
      </p:sp>
      <p:sp>
        <p:nvSpPr>
          <p:cNvPr id="74" name="流程图: 过程 73"/>
          <p:cNvSpPr/>
          <p:nvPr>
            <p:custDataLst>
              <p:tags r:id="rId69"/>
            </p:custDataLst>
          </p:nvPr>
        </p:nvSpPr>
        <p:spPr>
          <a:xfrm>
            <a:off x="4772660" y="487934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保证金退回</a:t>
            </a:r>
          </a:p>
        </p:txBody>
      </p:sp>
      <p:cxnSp>
        <p:nvCxnSpPr>
          <p:cNvPr id="75" name="直接箭头连接符 74"/>
          <p:cNvCxnSpPr>
            <a:stCxn id="73" idx="2"/>
            <a:endCxn id="74" idx="0"/>
          </p:cNvCxnSpPr>
          <p:nvPr>
            <p:custDataLst>
              <p:tags r:id="rId70"/>
            </p:custDataLst>
          </p:nvPr>
        </p:nvCxnSpPr>
        <p:spPr>
          <a:xfrm>
            <a:off x="5288280" y="4612640"/>
            <a:ext cx="0" cy="2667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流程图: 过程 75"/>
          <p:cNvSpPr/>
          <p:nvPr>
            <p:custDataLst>
              <p:tags r:id="rId71"/>
            </p:custDataLst>
          </p:nvPr>
        </p:nvSpPr>
        <p:spPr>
          <a:xfrm>
            <a:off x="7470775" y="538353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费用分摊</a:t>
            </a:r>
          </a:p>
        </p:txBody>
      </p:sp>
      <p:sp>
        <p:nvSpPr>
          <p:cNvPr id="77" name="流程图: 过程 76"/>
          <p:cNvSpPr/>
          <p:nvPr>
            <p:custDataLst>
              <p:tags r:id="rId72"/>
            </p:custDataLst>
          </p:nvPr>
        </p:nvSpPr>
        <p:spPr>
          <a:xfrm>
            <a:off x="2063750" y="53841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往来收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退款</a:t>
            </a:r>
          </a:p>
        </p:txBody>
      </p:sp>
      <p:sp>
        <p:nvSpPr>
          <p:cNvPr id="78" name="文本框 77"/>
          <p:cNvSpPr txBox="1"/>
          <p:nvPr>
            <p:custDataLst>
              <p:tags r:id="rId73"/>
            </p:custDataLst>
          </p:nvPr>
        </p:nvSpPr>
        <p:spPr>
          <a:xfrm>
            <a:off x="7515225" y="2778125"/>
            <a:ext cx="103314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费用管理</a:t>
            </a:r>
          </a:p>
        </p:txBody>
      </p:sp>
      <p:sp>
        <p:nvSpPr>
          <p:cNvPr id="79" name="流程图: 过程 78"/>
          <p:cNvSpPr/>
          <p:nvPr>
            <p:custDataLst>
              <p:tags r:id="rId74"/>
            </p:custDataLst>
          </p:nvPr>
        </p:nvSpPr>
        <p:spPr>
          <a:xfrm>
            <a:off x="7470775" y="375539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借款单</a:t>
            </a:r>
          </a:p>
        </p:txBody>
      </p:sp>
      <p:sp>
        <p:nvSpPr>
          <p:cNvPr id="80" name="流程图: 过程 79"/>
          <p:cNvSpPr/>
          <p:nvPr>
            <p:custDataLst>
              <p:tags r:id="rId75"/>
            </p:custDataLst>
          </p:nvPr>
        </p:nvSpPr>
        <p:spPr>
          <a:xfrm>
            <a:off x="7463155" y="428498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报销单</a:t>
            </a:r>
          </a:p>
        </p:txBody>
      </p:sp>
      <p:sp>
        <p:nvSpPr>
          <p:cNvPr id="81" name="流程图: 过程 80"/>
          <p:cNvSpPr/>
          <p:nvPr>
            <p:custDataLst>
              <p:tags r:id="rId76"/>
            </p:custDataLst>
          </p:nvPr>
        </p:nvSpPr>
        <p:spPr>
          <a:xfrm>
            <a:off x="7464425" y="485394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还款单</a:t>
            </a:r>
          </a:p>
        </p:txBody>
      </p:sp>
      <p:cxnSp>
        <p:nvCxnSpPr>
          <p:cNvPr id="82" name="直接箭头连接符 81"/>
          <p:cNvCxnSpPr>
            <a:stCxn id="79" idx="2"/>
            <a:endCxn id="80" idx="0"/>
          </p:cNvCxnSpPr>
          <p:nvPr>
            <p:custDataLst>
              <p:tags r:id="rId77"/>
            </p:custDataLst>
          </p:nvPr>
        </p:nvCxnSpPr>
        <p:spPr>
          <a:xfrm flipH="1">
            <a:off x="7978775" y="4044315"/>
            <a:ext cx="7620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80" idx="2"/>
            <a:endCxn id="81" idx="0"/>
          </p:cNvCxnSpPr>
          <p:nvPr>
            <p:custDataLst>
              <p:tags r:id="rId78"/>
            </p:custDataLst>
          </p:nvPr>
        </p:nvCxnSpPr>
        <p:spPr>
          <a:xfrm>
            <a:off x="7978775" y="4573905"/>
            <a:ext cx="635" cy="28003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endCxn id="43" idx="1"/>
          </p:cNvCxnSpPr>
          <p:nvPr>
            <p:custDataLst>
              <p:tags r:id="rId79"/>
            </p:custDataLst>
          </p:nvPr>
        </p:nvCxnSpPr>
        <p:spPr>
          <a:xfrm>
            <a:off x="3242310" y="3940175"/>
            <a:ext cx="14287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>
            <p:custDataLst>
              <p:tags r:id="rId80"/>
            </p:custDataLst>
          </p:nvPr>
        </p:nvCxnSpPr>
        <p:spPr>
          <a:xfrm>
            <a:off x="3242310" y="4503420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>
            <p:custDataLst>
              <p:tags r:id="rId81"/>
            </p:custDataLst>
          </p:nvPr>
        </p:nvCxnSpPr>
        <p:spPr>
          <a:xfrm>
            <a:off x="5920105" y="4454525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流程图: 过程 86"/>
          <p:cNvSpPr/>
          <p:nvPr>
            <p:custDataLst>
              <p:tags r:id="rId82"/>
            </p:custDataLst>
          </p:nvPr>
        </p:nvSpPr>
        <p:spPr>
          <a:xfrm>
            <a:off x="6068060" y="428498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成本发票</a:t>
            </a:r>
          </a:p>
        </p:txBody>
      </p:sp>
      <p:cxnSp>
        <p:nvCxnSpPr>
          <p:cNvPr id="88" name="直接箭头连接符 87"/>
          <p:cNvCxnSpPr>
            <a:stCxn id="87" idx="2"/>
          </p:cNvCxnSpPr>
          <p:nvPr>
            <p:custDataLst>
              <p:tags r:id="rId83"/>
            </p:custDataLst>
          </p:nvPr>
        </p:nvCxnSpPr>
        <p:spPr>
          <a:xfrm>
            <a:off x="6583680" y="4573905"/>
            <a:ext cx="6985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>
            <p:custDataLst>
              <p:tags r:id="rId84"/>
            </p:custDataLst>
          </p:nvPr>
        </p:nvCxnSpPr>
        <p:spPr>
          <a:xfrm>
            <a:off x="5920105" y="4992370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肘形连接符 89"/>
          <p:cNvCxnSpPr>
            <a:endCxn id="56" idx="1"/>
          </p:cNvCxnSpPr>
          <p:nvPr>
            <p:custDataLst>
              <p:tags r:id="rId85"/>
            </p:custDataLst>
          </p:nvPr>
        </p:nvCxnSpPr>
        <p:spPr>
          <a:xfrm rot="5400000" flipV="1">
            <a:off x="4999355" y="4459605"/>
            <a:ext cx="1948180" cy="18796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>
            <p:custDataLst>
              <p:tags r:id="rId86"/>
            </p:custDataLst>
          </p:nvPr>
        </p:nvCxnSpPr>
        <p:spPr>
          <a:xfrm>
            <a:off x="5878830" y="3579495"/>
            <a:ext cx="72072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/>
          <p:nvPr>
            <p:custDataLst>
              <p:tags r:id="rId87"/>
            </p:custDataLst>
          </p:nvPr>
        </p:nvCxnSpPr>
        <p:spPr>
          <a:xfrm rot="5400000">
            <a:off x="2618740" y="3759835"/>
            <a:ext cx="2056765" cy="515620"/>
          </a:xfrm>
          <a:prstGeom prst="bentConnector4">
            <a:avLst>
              <a:gd name="adj1" fmla="val 4176"/>
              <a:gd name="adj2" fmla="val 13333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矩形 92"/>
          <p:cNvSpPr/>
          <p:nvPr>
            <p:custDataLst>
              <p:tags r:id="rId88"/>
            </p:custDataLst>
          </p:nvPr>
        </p:nvSpPr>
        <p:spPr>
          <a:xfrm>
            <a:off x="10356215" y="2164080"/>
            <a:ext cx="1339215" cy="365252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94" name="文本框 93"/>
          <p:cNvSpPr txBox="1"/>
          <p:nvPr>
            <p:custDataLst>
              <p:tags r:id="rId89"/>
            </p:custDataLst>
          </p:nvPr>
        </p:nvSpPr>
        <p:spPr>
          <a:xfrm>
            <a:off x="10510520" y="2292985"/>
            <a:ext cx="103568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全面应用</a:t>
            </a:r>
          </a:p>
        </p:txBody>
      </p:sp>
      <p:sp>
        <p:nvSpPr>
          <p:cNvPr id="95" name="流程图: 过程 94"/>
          <p:cNvSpPr/>
          <p:nvPr>
            <p:custDataLst>
              <p:tags r:id="rId90"/>
            </p:custDataLst>
          </p:nvPr>
        </p:nvSpPr>
        <p:spPr>
          <a:xfrm>
            <a:off x="10510520" y="272605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投标管理</a:t>
            </a:r>
          </a:p>
        </p:txBody>
      </p:sp>
      <p:sp>
        <p:nvSpPr>
          <p:cNvPr id="96" name="流程图: 过程 95"/>
          <p:cNvSpPr/>
          <p:nvPr>
            <p:custDataLst>
              <p:tags r:id="rId91"/>
            </p:custDataLst>
          </p:nvPr>
        </p:nvSpPr>
        <p:spPr>
          <a:xfrm>
            <a:off x="10510520" y="310642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证照管理</a:t>
            </a:r>
          </a:p>
        </p:txBody>
      </p:sp>
      <p:sp>
        <p:nvSpPr>
          <p:cNvPr id="97" name="流程图: 过程 96"/>
          <p:cNvSpPr/>
          <p:nvPr>
            <p:custDataLst>
              <p:tags r:id="rId92"/>
            </p:custDataLst>
          </p:nvPr>
        </p:nvSpPr>
        <p:spPr>
          <a:xfrm>
            <a:off x="10510520" y="386651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质量安全</a:t>
            </a:r>
          </a:p>
        </p:txBody>
      </p:sp>
      <p:sp>
        <p:nvSpPr>
          <p:cNvPr id="98" name="流程图: 过程 97"/>
          <p:cNvSpPr/>
          <p:nvPr>
            <p:custDataLst>
              <p:tags r:id="rId93"/>
            </p:custDataLst>
          </p:nvPr>
        </p:nvSpPr>
        <p:spPr>
          <a:xfrm>
            <a:off x="10510520" y="462597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施工管理</a:t>
            </a:r>
          </a:p>
        </p:txBody>
      </p:sp>
      <p:sp>
        <p:nvSpPr>
          <p:cNvPr id="99" name="流程图: 过程 98"/>
          <p:cNvSpPr/>
          <p:nvPr>
            <p:custDataLst>
              <p:tags r:id="rId94"/>
            </p:custDataLst>
          </p:nvPr>
        </p:nvSpPr>
        <p:spPr>
          <a:xfrm>
            <a:off x="10510520" y="538607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钉钉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企微集成</a:t>
            </a:r>
            <a:endParaRPr lang="en-US" altLang="zh-CN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流程图: 过程 99"/>
          <p:cNvSpPr/>
          <p:nvPr>
            <p:custDataLst>
              <p:tags r:id="rId95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101" name="流程图: 过程 100"/>
          <p:cNvSpPr/>
          <p:nvPr>
            <p:custDataLst>
              <p:tags r:id="rId96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102" name="流程图: 过程 101"/>
          <p:cNvSpPr/>
          <p:nvPr>
            <p:custDataLst>
              <p:tags r:id="rId97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103" name="箭头: 下 116"/>
          <p:cNvSpPr/>
          <p:nvPr>
            <p:custDataLst>
              <p:tags r:id="rId98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04" name="流程图: 过程 103"/>
          <p:cNvSpPr/>
          <p:nvPr>
            <p:custDataLst>
              <p:tags r:id="rId99"/>
            </p:custDataLst>
          </p:nvPr>
        </p:nvSpPr>
        <p:spPr>
          <a:xfrm>
            <a:off x="10510520" y="500634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人事管理</a:t>
            </a:r>
          </a:p>
        </p:txBody>
      </p:sp>
      <p:sp>
        <p:nvSpPr>
          <p:cNvPr id="105" name="流程图: 过程 104"/>
          <p:cNvSpPr/>
          <p:nvPr>
            <p:custDataLst>
              <p:tags r:id="rId100"/>
            </p:custDataLst>
          </p:nvPr>
        </p:nvSpPr>
        <p:spPr>
          <a:xfrm>
            <a:off x="10510520" y="348615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售后服务</a:t>
            </a:r>
          </a:p>
        </p:txBody>
      </p:sp>
      <p:sp>
        <p:nvSpPr>
          <p:cNvPr id="106" name="流程图: 过程 105"/>
          <p:cNvSpPr/>
          <p:nvPr>
            <p:custDataLst>
              <p:tags r:id="rId101"/>
            </p:custDataLst>
          </p:nvPr>
        </p:nvSpPr>
        <p:spPr>
          <a:xfrm>
            <a:off x="10510520" y="424624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项目提成</a:t>
            </a:r>
          </a:p>
        </p:txBody>
      </p:sp>
      <p:sp>
        <p:nvSpPr>
          <p:cNvPr id="107" name="文本框 106"/>
          <p:cNvSpPr txBox="1"/>
          <p:nvPr>
            <p:custDataLst>
              <p:tags r:id="rId102"/>
            </p:custDataLst>
          </p:nvPr>
        </p:nvSpPr>
        <p:spPr>
          <a:xfrm>
            <a:off x="5427345" y="2240915"/>
            <a:ext cx="100901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预算管理</a:t>
            </a:r>
          </a:p>
        </p:txBody>
      </p:sp>
      <p:sp>
        <p:nvSpPr>
          <p:cNvPr id="108" name="流程图: 过程 107"/>
          <p:cNvSpPr/>
          <p:nvPr>
            <p:custDataLst>
              <p:tags r:id="rId103"/>
            </p:custDataLst>
          </p:nvPr>
        </p:nvSpPr>
        <p:spPr>
          <a:xfrm>
            <a:off x="9049385" y="22409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预算调整</a:t>
            </a:r>
          </a:p>
        </p:txBody>
      </p:sp>
      <p:cxnSp>
        <p:nvCxnSpPr>
          <p:cNvPr id="109" name="直接箭头连接符 35"/>
          <p:cNvCxnSpPr>
            <a:stCxn id="46" idx="3"/>
            <a:endCxn id="108" idx="1"/>
          </p:cNvCxnSpPr>
          <p:nvPr>
            <p:custDataLst>
              <p:tags r:id="rId104"/>
            </p:custDataLst>
          </p:nvPr>
        </p:nvCxnSpPr>
        <p:spPr>
          <a:xfrm>
            <a:off x="8507095" y="2385695"/>
            <a:ext cx="54229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肘形连接符 109"/>
          <p:cNvCxnSpPr>
            <a:stCxn id="46" idx="2"/>
            <a:endCxn id="80" idx="1"/>
          </p:cNvCxnSpPr>
          <p:nvPr/>
        </p:nvCxnSpPr>
        <p:spPr>
          <a:xfrm rot="5400000">
            <a:off x="6777355" y="3215640"/>
            <a:ext cx="1899920" cy="528320"/>
          </a:xfrm>
          <a:prstGeom prst="bentConnector4">
            <a:avLst>
              <a:gd name="adj1" fmla="val 8121"/>
              <a:gd name="adj2" fmla="val 13521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组合 110"/>
          <p:cNvGrpSpPr/>
          <p:nvPr/>
        </p:nvGrpSpPr>
        <p:grpSpPr>
          <a:xfrm>
            <a:off x="629920" y="2710180"/>
            <a:ext cx="1031240" cy="2969260"/>
            <a:chOff x="992" y="4268"/>
            <a:chExt cx="1624" cy="4676"/>
          </a:xfrm>
        </p:grpSpPr>
        <p:sp>
          <p:nvSpPr>
            <p:cNvPr id="112" name="流程图: 过程 111"/>
            <p:cNvSpPr/>
            <p:nvPr>
              <p:custDataLst>
                <p:tags r:id="rId105"/>
              </p:custDataLst>
            </p:nvPr>
          </p:nvSpPr>
          <p:spPr>
            <a:xfrm>
              <a:off x="992" y="426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项目档案</a:t>
              </a:r>
            </a:p>
          </p:txBody>
        </p:sp>
        <p:sp>
          <p:nvSpPr>
            <p:cNvPr id="113" name="流程图: 过程 112"/>
            <p:cNvSpPr/>
            <p:nvPr>
              <p:custDataLst>
                <p:tags r:id="rId106"/>
              </p:custDataLst>
            </p:nvPr>
          </p:nvSpPr>
          <p:spPr>
            <a:xfrm>
              <a:off x="992" y="506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</a:p>
          </p:txBody>
        </p:sp>
        <p:sp>
          <p:nvSpPr>
            <p:cNvPr id="114" name="流程图: 过程 113"/>
            <p:cNvSpPr/>
            <p:nvPr>
              <p:custDataLst>
                <p:tags r:id="rId107"/>
              </p:custDataLst>
            </p:nvPr>
          </p:nvSpPr>
          <p:spPr>
            <a:xfrm>
              <a:off x="992" y="590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我的任务</a:t>
              </a:r>
            </a:p>
          </p:txBody>
        </p:sp>
        <p:sp>
          <p:nvSpPr>
            <p:cNvPr id="115" name="流程图: 过程 114"/>
            <p:cNvSpPr/>
            <p:nvPr>
              <p:custDataLst>
                <p:tags r:id="rId108"/>
              </p:custDataLst>
            </p:nvPr>
          </p:nvSpPr>
          <p:spPr>
            <a:xfrm>
              <a:off x="992" y="6766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进度填报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流程图: 过程 115"/>
            <p:cNvSpPr/>
            <p:nvPr>
              <p:custDataLst>
                <p:tags r:id="rId109"/>
              </p:custDataLst>
            </p:nvPr>
          </p:nvSpPr>
          <p:spPr>
            <a:xfrm>
              <a:off x="992" y="762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工时填报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7" name="直接箭头连接符 116"/>
            <p:cNvCxnSpPr>
              <a:stCxn id="112" idx="2"/>
              <a:endCxn id="113" idx="0"/>
            </p:cNvCxnSpPr>
            <p:nvPr>
              <p:custDataLst>
                <p:tags r:id="rId110"/>
              </p:custDataLst>
            </p:nvPr>
          </p:nvCxnSpPr>
          <p:spPr>
            <a:xfrm>
              <a:off x="1801" y="4714"/>
              <a:ext cx="6" cy="35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/>
            <p:cNvCxnSpPr>
              <a:stCxn id="113" idx="2"/>
              <a:endCxn id="114" idx="0"/>
            </p:cNvCxnSpPr>
            <p:nvPr>
              <p:custDataLst>
                <p:tags r:id="rId111"/>
              </p:custDataLst>
            </p:nvPr>
          </p:nvCxnSpPr>
          <p:spPr>
            <a:xfrm>
              <a:off x="1805" y="5510"/>
              <a:ext cx="0" cy="403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>
              <a:stCxn id="114" idx="2"/>
              <a:endCxn id="115" idx="0"/>
            </p:cNvCxnSpPr>
            <p:nvPr>
              <p:custDataLst>
                <p:tags r:id="rId112"/>
              </p:custDataLst>
            </p:nvPr>
          </p:nvCxnSpPr>
          <p:spPr>
            <a:xfrm flipH="1">
              <a:off x="1801" y="6350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/>
            <p:nvPr>
              <p:custDataLst>
                <p:tags r:id="rId113"/>
              </p:custDataLst>
            </p:nvPr>
          </p:nvCxnSpPr>
          <p:spPr>
            <a:xfrm flipH="1">
              <a:off x="1801" y="7212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流程图: 过程 120"/>
            <p:cNvSpPr/>
            <p:nvPr>
              <p:custDataLst>
                <p:tags r:id="rId114"/>
              </p:custDataLst>
            </p:nvPr>
          </p:nvSpPr>
          <p:spPr>
            <a:xfrm>
              <a:off x="992" y="8490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状态变更</a:t>
              </a:r>
            </a:p>
          </p:txBody>
        </p:sp>
        <p:cxnSp>
          <p:nvCxnSpPr>
            <p:cNvPr id="122" name="直接箭头连接符 121"/>
            <p:cNvCxnSpPr/>
            <p:nvPr>
              <p:custDataLst>
                <p:tags r:id="rId115"/>
              </p:custDataLst>
            </p:nvPr>
          </p:nvCxnSpPr>
          <p:spPr>
            <a:xfrm flipH="1">
              <a:off x="1807" y="8074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圆角矩形 143"/>
          <p:cNvSpPr/>
          <p:nvPr>
            <p:custDataLst>
              <p:tags r:id="rId1"/>
            </p:custDataLst>
          </p:nvPr>
        </p:nvSpPr>
        <p:spPr>
          <a:xfrm>
            <a:off x="427355" y="1350645"/>
            <a:ext cx="11499215" cy="5133975"/>
          </a:xfrm>
          <a:prstGeom prst="roundRect">
            <a:avLst>
              <a:gd name="adj" fmla="val 1311"/>
            </a:avLst>
          </a:prstGeom>
          <a:solidFill>
            <a:srgbClr val="E7F1FF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/>
          <p:cNvSpPr/>
          <p:nvPr>
            <p:custDataLst>
              <p:tags r:id="rId2"/>
            </p:custDataLst>
          </p:nvPr>
        </p:nvSpPr>
        <p:spPr>
          <a:xfrm>
            <a:off x="549275" y="1520825"/>
            <a:ext cx="10524490" cy="28987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项目整体业务蓝图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82156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从项目维度，对项目的收入/成本/利润、计划/进度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工时</a:t>
            </a:r>
            <a:r>
              <a:rPr 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、经营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进行管理。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1143635" y="1624330"/>
            <a:ext cx="1224000" cy="2697480"/>
            <a:chOff x="1529" y="2558"/>
            <a:chExt cx="1984" cy="4248"/>
          </a:xfrm>
        </p:grpSpPr>
        <p:sp>
          <p:nvSpPr>
            <p:cNvPr id="86" name="流程图: 过程 85"/>
            <p:cNvSpPr/>
            <p:nvPr>
              <p:custDataLst>
                <p:tags r:id="rId45"/>
              </p:custDataLst>
            </p:nvPr>
          </p:nvSpPr>
          <p:spPr>
            <a:xfrm>
              <a:off x="1529" y="2558"/>
              <a:ext cx="1984" cy="549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项目立项</a:t>
              </a:r>
            </a:p>
          </p:txBody>
        </p:sp>
        <p:sp>
          <p:nvSpPr>
            <p:cNvPr id="19" name="流程图: 过程 18"/>
            <p:cNvSpPr/>
            <p:nvPr>
              <p:custDataLst>
                <p:tags r:id="rId46"/>
              </p:custDataLst>
            </p:nvPr>
          </p:nvSpPr>
          <p:spPr>
            <a:xfrm>
              <a:off x="1529" y="3154"/>
              <a:ext cx="1984" cy="3652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基本信息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项目类型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所属区域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项目阶段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父子项目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项目团队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文档资料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474950" y="1624330"/>
            <a:ext cx="1223645" cy="2697480"/>
            <a:chOff x="3755" y="2643"/>
            <a:chExt cx="2209" cy="4248"/>
          </a:xfrm>
        </p:grpSpPr>
        <p:sp>
          <p:nvSpPr>
            <p:cNvPr id="20" name="流程图: 过程 19"/>
            <p:cNvSpPr/>
            <p:nvPr>
              <p:custDataLst>
                <p:tags r:id="rId43"/>
              </p:custDataLst>
            </p:nvPr>
          </p:nvSpPr>
          <p:spPr>
            <a:xfrm>
              <a:off x="3756" y="2643"/>
              <a:ext cx="2209" cy="549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项目收入</a:t>
              </a:r>
            </a:p>
          </p:txBody>
        </p:sp>
        <p:sp>
          <p:nvSpPr>
            <p:cNvPr id="24" name="流程图: 过程 23"/>
            <p:cNvSpPr/>
            <p:nvPr>
              <p:custDataLst>
                <p:tags r:id="rId44"/>
              </p:custDataLst>
            </p:nvPr>
          </p:nvSpPr>
          <p:spPr>
            <a:xfrm>
              <a:off x="3755" y="3239"/>
              <a:ext cx="2209" cy="3653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项目报价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收入合同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合同变更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收入确认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开票申请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收入发票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收款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8425535" y="1624330"/>
            <a:ext cx="1223645" cy="2696845"/>
            <a:chOff x="13215" y="2558"/>
            <a:chExt cx="1984" cy="4247"/>
          </a:xfrm>
        </p:grpSpPr>
        <p:sp>
          <p:nvSpPr>
            <p:cNvPr id="22" name="流程图: 过程 21"/>
            <p:cNvSpPr/>
            <p:nvPr>
              <p:custDataLst>
                <p:tags r:id="rId41"/>
              </p:custDataLst>
            </p:nvPr>
          </p:nvSpPr>
          <p:spPr>
            <a:xfrm>
              <a:off x="13215" y="2558"/>
              <a:ext cx="1984" cy="549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项目执行</a:t>
              </a:r>
            </a:p>
          </p:txBody>
        </p:sp>
        <p:sp>
          <p:nvSpPr>
            <p:cNvPr id="53" name="流程图: 过程 52"/>
            <p:cNvSpPr/>
            <p:nvPr>
              <p:custDataLst>
                <p:tags r:id="rId42"/>
              </p:custDataLst>
            </p:nvPr>
          </p:nvSpPr>
          <p:spPr>
            <a:xfrm>
              <a:off x="13215" y="3153"/>
              <a:ext cx="1984" cy="3653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项目计划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计划变更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我的任务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进度填报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工时填报</a:t>
              </a:r>
            </a:p>
          </p:txBody>
        </p:sp>
      </p:grpSp>
      <p:sp>
        <p:nvSpPr>
          <p:cNvPr id="55" name="流程图: 过程 54"/>
          <p:cNvSpPr/>
          <p:nvPr>
            <p:custDataLst>
              <p:tags r:id="rId3"/>
            </p:custDataLst>
          </p:nvPr>
        </p:nvSpPr>
        <p:spPr>
          <a:xfrm>
            <a:off x="649605" y="1624330"/>
            <a:ext cx="407035" cy="2697480"/>
          </a:xfrm>
          <a:prstGeom prst="flowChartProcess">
            <a:avLst/>
          </a:prstGeom>
          <a:noFill/>
          <a:ln w="25400">
            <a:solidFill>
              <a:srgbClr val="00B0F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核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心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9756495" y="1624330"/>
            <a:ext cx="1223645" cy="2696845"/>
            <a:chOff x="15380" y="2558"/>
            <a:chExt cx="1984" cy="4247"/>
          </a:xfrm>
        </p:grpSpPr>
        <p:sp>
          <p:nvSpPr>
            <p:cNvPr id="23" name="流程图: 过程 22"/>
            <p:cNvSpPr/>
            <p:nvPr>
              <p:custDataLst>
                <p:tags r:id="rId39"/>
              </p:custDataLst>
            </p:nvPr>
          </p:nvSpPr>
          <p:spPr>
            <a:xfrm>
              <a:off x="15380" y="2558"/>
              <a:ext cx="1984" cy="549"/>
            </a:xfrm>
            <a:prstGeom prst="flowChartProcess">
              <a:avLst/>
            </a:prstGeom>
            <a:solidFill>
              <a:srgbClr val="01A0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项目分析</a:t>
              </a:r>
            </a:p>
          </p:txBody>
        </p:sp>
        <p:sp>
          <p:nvSpPr>
            <p:cNvPr id="66" name="流程图: 过程 65"/>
            <p:cNvSpPr/>
            <p:nvPr>
              <p:custDataLst>
                <p:tags r:id="rId40"/>
              </p:custDataLst>
            </p:nvPr>
          </p:nvSpPr>
          <p:spPr>
            <a:xfrm>
              <a:off x="15380" y="3153"/>
              <a:ext cx="1984" cy="3653"/>
            </a:xfrm>
            <a:prstGeom prst="flowChartProcess">
              <a:avLst/>
            </a:prstGeom>
            <a:solidFill>
              <a:srgbClr val="01A0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项目看板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合同收款统计表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合同付款统计表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合同收款预警表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合同付款预警表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项目汇总表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项目预算执行表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项目成本汇总表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项目成本明细表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项目利润明细表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项目进度预警表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收支明细表</a:t>
              </a:r>
              <a:endParaRPr lang="zh-CN" altLang="en-US" sz="9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457200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lang="zh-CN" altLang="en-US" sz="9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项目销售利润表</a:t>
              </a:r>
              <a:endParaRPr kumimoji="0" lang="zh-CN" altLang="en-US" sz="9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31" name="流程图: 过程 130"/>
          <p:cNvSpPr/>
          <p:nvPr>
            <p:custDataLst>
              <p:tags r:id="rId4"/>
            </p:custDataLst>
          </p:nvPr>
        </p:nvSpPr>
        <p:spPr>
          <a:xfrm>
            <a:off x="11181080" y="1520825"/>
            <a:ext cx="614045" cy="4800600"/>
          </a:xfrm>
          <a:prstGeom prst="flowChartProcess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3" name="流程图: 过程 142"/>
          <p:cNvSpPr/>
          <p:nvPr>
            <p:custDataLst>
              <p:tags r:id="rId5"/>
            </p:custDataLst>
          </p:nvPr>
        </p:nvSpPr>
        <p:spPr>
          <a:xfrm>
            <a:off x="11287760" y="1624330"/>
            <a:ext cx="401320" cy="4579620"/>
          </a:xfrm>
          <a:prstGeom prst="flowChartProcess">
            <a:avLst/>
          </a:prstGeom>
          <a:noFill/>
          <a:ln w="25400">
            <a:solidFill>
              <a:srgbClr val="00B0F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财务凭证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财务账簿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财务报表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136870" y="1624330"/>
            <a:ext cx="3181350" cy="2697480"/>
            <a:chOff x="8058" y="2558"/>
            <a:chExt cx="5010" cy="4248"/>
          </a:xfrm>
        </p:grpSpPr>
        <p:sp>
          <p:nvSpPr>
            <p:cNvPr id="21" name="流程图: 过程 20"/>
            <p:cNvSpPr/>
            <p:nvPr>
              <p:custDataLst>
                <p:tags r:id="rId32"/>
              </p:custDataLst>
            </p:nvPr>
          </p:nvSpPr>
          <p:spPr>
            <a:xfrm>
              <a:off x="8058" y="2558"/>
              <a:ext cx="5003" cy="549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项目成本</a:t>
              </a:r>
            </a:p>
          </p:txBody>
        </p:sp>
        <p:sp>
          <p:nvSpPr>
            <p:cNvPr id="46" name="流程图: 过程 45"/>
            <p:cNvSpPr/>
            <p:nvPr>
              <p:custDataLst>
                <p:tags r:id="rId33"/>
              </p:custDataLst>
            </p:nvPr>
          </p:nvSpPr>
          <p:spPr>
            <a:xfrm>
              <a:off x="9741" y="3650"/>
              <a:ext cx="1644" cy="3156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支出合同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合同变更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成本确认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付款申请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成本发票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付款</a:t>
              </a:r>
            </a:p>
          </p:txBody>
        </p:sp>
        <p:sp>
          <p:nvSpPr>
            <p:cNvPr id="47" name="流程图: 过程 46"/>
            <p:cNvSpPr/>
            <p:nvPr>
              <p:custDataLst>
                <p:tags r:id="rId34"/>
              </p:custDataLst>
            </p:nvPr>
          </p:nvSpPr>
          <p:spPr>
            <a:xfrm>
              <a:off x="11424" y="3650"/>
              <a:ext cx="1644" cy="3156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借款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还款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报销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费用付款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费用分摊</a:t>
              </a:r>
            </a:p>
          </p:txBody>
        </p:sp>
        <p:sp>
          <p:nvSpPr>
            <p:cNvPr id="45" name="流程图: 过程 44"/>
            <p:cNvSpPr/>
            <p:nvPr>
              <p:custDataLst>
                <p:tags r:id="rId35"/>
              </p:custDataLst>
            </p:nvPr>
          </p:nvSpPr>
          <p:spPr>
            <a:xfrm>
              <a:off x="11424" y="3153"/>
              <a:ext cx="1644" cy="454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费用</a:t>
              </a:r>
            </a:p>
          </p:txBody>
        </p:sp>
        <p:sp>
          <p:nvSpPr>
            <p:cNvPr id="27" name="流程图: 过程 26"/>
            <p:cNvSpPr/>
            <p:nvPr>
              <p:custDataLst>
                <p:tags r:id="rId36"/>
              </p:custDataLst>
            </p:nvPr>
          </p:nvSpPr>
          <p:spPr>
            <a:xfrm>
              <a:off x="9741" y="3153"/>
              <a:ext cx="1644" cy="454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成本</a:t>
              </a:r>
            </a:p>
          </p:txBody>
        </p:sp>
        <p:sp>
          <p:nvSpPr>
            <p:cNvPr id="145" name="流程图: 过程 144"/>
            <p:cNvSpPr/>
            <p:nvPr>
              <p:custDataLst>
                <p:tags r:id="rId37"/>
              </p:custDataLst>
            </p:nvPr>
          </p:nvSpPr>
          <p:spPr>
            <a:xfrm>
              <a:off x="8058" y="3650"/>
              <a:ext cx="1644" cy="3156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采购申请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采购订单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采购入库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采购付款申请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成本发票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付款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6" name="流程图: 过程 145"/>
            <p:cNvSpPr/>
            <p:nvPr>
              <p:custDataLst>
                <p:tags r:id="rId38"/>
              </p:custDataLst>
            </p:nvPr>
          </p:nvSpPr>
          <p:spPr>
            <a:xfrm>
              <a:off x="8058" y="3153"/>
              <a:ext cx="1644" cy="454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材料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805910" y="1624330"/>
            <a:ext cx="1223645" cy="2697480"/>
            <a:chOff x="3755" y="2643"/>
            <a:chExt cx="2209" cy="4248"/>
          </a:xfrm>
        </p:grpSpPr>
        <p:sp>
          <p:nvSpPr>
            <p:cNvPr id="5" name="流程图: 过程 4"/>
            <p:cNvSpPr/>
            <p:nvPr>
              <p:custDataLst>
                <p:tags r:id="rId30"/>
              </p:custDataLst>
            </p:nvPr>
          </p:nvSpPr>
          <p:spPr>
            <a:xfrm>
              <a:off x="3756" y="2643"/>
              <a:ext cx="2209" cy="549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项目预算</a:t>
              </a:r>
            </a:p>
          </p:txBody>
        </p:sp>
        <p:sp>
          <p:nvSpPr>
            <p:cNvPr id="7" name="流程图: 过程 6"/>
            <p:cNvSpPr/>
            <p:nvPr>
              <p:custDataLst>
                <p:tags r:id="rId31"/>
              </p:custDataLst>
            </p:nvPr>
          </p:nvSpPr>
          <p:spPr>
            <a:xfrm>
              <a:off x="3755" y="3239"/>
              <a:ext cx="2209" cy="3653"/>
            </a:xfrm>
            <a:prstGeom prst="flowChartProcess">
              <a:avLst/>
            </a:prstGeom>
            <a:solidFill>
              <a:srgbClr val="25C1F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材料预算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费用预算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工时预算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预算调整</a:t>
              </a:r>
            </a:p>
          </p:txBody>
        </p:sp>
      </p:grpSp>
      <p:sp>
        <p:nvSpPr>
          <p:cNvPr id="142" name="矩形 141"/>
          <p:cNvSpPr/>
          <p:nvPr>
            <p:custDataLst>
              <p:tags r:id="rId6"/>
            </p:custDataLst>
          </p:nvPr>
        </p:nvSpPr>
        <p:spPr>
          <a:xfrm>
            <a:off x="549275" y="4558665"/>
            <a:ext cx="10524490" cy="17633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流程图: 过程 55"/>
          <p:cNvSpPr/>
          <p:nvPr>
            <p:custDataLst>
              <p:tags r:id="rId7"/>
            </p:custDataLst>
          </p:nvPr>
        </p:nvSpPr>
        <p:spPr>
          <a:xfrm>
            <a:off x="649605" y="4665345"/>
            <a:ext cx="407035" cy="1549400"/>
          </a:xfrm>
          <a:prstGeom prst="flowChartProcess">
            <a:avLst/>
          </a:prstGeom>
          <a:noFill/>
          <a:ln w="25400">
            <a:solidFill>
              <a:srgbClr val="00B0F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功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044700" y="4665345"/>
            <a:ext cx="828040" cy="1548130"/>
            <a:chOff x="1767" y="7331"/>
            <a:chExt cx="1984" cy="2438"/>
          </a:xfrm>
        </p:grpSpPr>
        <p:sp>
          <p:nvSpPr>
            <p:cNvPr id="108" name="流程图: 过程 107"/>
            <p:cNvSpPr/>
            <p:nvPr>
              <p:custDataLst>
                <p:tags r:id="rId28"/>
              </p:custDataLst>
            </p:nvPr>
          </p:nvSpPr>
          <p:spPr>
            <a:xfrm>
              <a:off x="17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保证金管理</a:t>
              </a:r>
            </a:p>
          </p:txBody>
        </p:sp>
        <p:sp>
          <p:nvSpPr>
            <p:cNvPr id="120" name="流程图: 过程 119"/>
            <p:cNvSpPr/>
            <p:nvPr>
              <p:custDataLst>
                <p:tags r:id="rId29"/>
              </p:custDataLst>
            </p:nvPr>
          </p:nvSpPr>
          <p:spPr>
            <a:xfrm>
              <a:off x="17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保证金管理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投标保证金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招标保证金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押金等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退回预警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352790" y="4665345"/>
            <a:ext cx="827405" cy="1548130"/>
            <a:chOff x="4001" y="7331"/>
            <a:chExt cx="1984" cy="2438"/>
          </a:xfrm>
        </p:grpSpPr>
        <p:sp>
          <p:nvSpPr>
            <p:cNvPr id="121" name="流程图: 过程 120"/>
            <p:cNvSpPr/>
            <p:nvPr>
              <p:custDataLst>
                <p:tags r:id="rId26"/>
              </p:custDataLst>
            </p:nvPr>
          </p:nvSpPr>
          <p:spPr>
            <a:xfrm>
              <a:off x="4001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工资管理</a:t>
              </a:r>
            </a:p>
          </p:txBody>
        </p:sp>
        <p:sp>
          <p:nvSpPr>
            <p:cNvPr id="122" name="流程图: 过程 121"/>
            <p:cNvSpPr/>
            <p:nvPr>
              <p:custDataLst>
                <p:tags r:id="rId27"/>
              </p:custDataLst>
            </p:nvPr>
          </p:nvSpPr>
          <p:spPr>
            <a:xfrm>
              <a:off x="4001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预支工资单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实发工资单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工资余额表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49595" y="4665345"/>
            <a:ext cx="827405" cy="1548130"/>
            <a:chOff x="6234" y="7331"/>
            <a:chExt cx="1984" cy="2438"/>
          </a:xfrm>
        </p:grpSpPr>
        <p:sp>
          <p:nvSpPr>
            <p:cNvPr id="123" name="流程图: 过程 122"/>
            <p:cNvSpPr/>
            <p:nvPr>
              <p:custDataLst>
                <p:tags r:id="rId24"/>
              </p:custDataLst>
            </p:nvPr>
          </p:nvSpPr>
          <p:spPr>
            <a:xfrm>
              <a:off x="6234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联营合作</a:t>
              </a:r>
            </a:p>
          </p:txBody>
        </p:sp>
        <p:sp>
          <p:nvSpPr>
            <p:cNvPr id="124" name="流程图: 过程 123"/>
            <p:cNvSpPr/>
            <p:nvPr>
              <p:custDataLst>
                <p:tags r:id="rId25"/>
              </p:custDataLst>
            </p:nvPr>
          </p:nvSpPr>
          <p:spPr>
            <a:xfrm>
              <a:off x="6234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往来收款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往来付款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往来收款退回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往来付款退回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253855" y="4665345"/>
            <a:ext cx="827405" cy="1548130"/>
            <a:chOff x="8467" y="7331"/>
            <a:chExt cx="1984" cy="2438"/>
          </a:xfrm>
        </p:grpSpPr>
        <p:sp>
          <p:nvSpPr>
            <p:cNvPr id="125" name="流程图: 过程 124"/>
            <p:cNvSpPr/>
            <p:nvPr>
              <p:custDataLst>
                <p:tags r:id="rId22"/>
              </p:custDataLst>
            </p:nvPr>
          </p:nvSpPr>
          <p:spPr>
            <a:xfrm>
              <a:off x="84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人事管理</a:t>
              </a:r>
            </a:p>
          </p:txBody>
        </p:sp>
        <p:sp>
          <p:nvSpPr>
            <p:cNvPr id="126" name="流程图: 过程 125"/>
            <p:cNvSpPr/>
            <p:nvPr>
              <p:custDataLst>
                <p:tags r:id="rId23"/>
              </p:custDataLst>
            </p:nvPr>
          </p:nvSpPr>
          <p:spPr>
            <a:xfrm>
              <a:off x="84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员工管理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人事变动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假勤管理</a:t>
              </a:r>
              <a:r>
                <a:rPr kumimoji="0" lang="en-US" altLang="zh-CN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(</a:t>
              </a: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集成</a:t>
              </a:r>
              <a:r>
                <a:rPr kumimoji="0" lang="en-US" altLang="zh-CN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)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人事报表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154920" y="4666615"/>
            <a:ext cx="827405" cy="1548130"/>
            <a:chOff x="15166" y="7331"/>
            <a:chExt cx="1984" cy="2438"/>
          </a:xfrm>
        </p:grpSpPr>
        <p:sp>
          <p:nvSpPr>
            <p:cNvPr id="28" name="流程图: 过程 27"/>
            <p:cNvSpPr/>
            <p:nvPr>
              <p:custDataLst>
                <p:tags r:id="rId20"/>
              </p:custDataLst>
            </p:nvPr>
          </p:nvSpPr>
          <p:spPr>
            <a:xfrm>
              <a:off x="15166" y="7331"/>
              <a:ext cx="1984" cy="549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100" b="1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移动运用</a:t>
              </a: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9" name="流程图: 过程 28"/>
            <p:cNvSpPr/>
            <p:nvPr>
              <p:custDataLst>
                <p:tags r:id="rId21"/>
              </p:custDataLst>
            </p:nvPr>
          </p:nvSpPr>
          <p:spPr>
            <a:xfrm>
              <a:off x="15166" y="7929"/>
              <a:ext cx="1984" cy="1841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金蝶云</a:t>
              </a:r>
              <a:r>
                <a:rPr lang="en-US" altLang="zh-CN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APP</a:t>
              </a:r>
              <a:endParaRPr kumimoji="0" lang="en-US" altLang="zh-CN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钉</a:t>
              </a:r>
              <a:r>
                <a:rPr lang="en-US" altLang="zh-CN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    </a:t>
              </a:r>
              <a:r>
                <a:rPr lang="zh-CN" altLang="en-US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钉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企业微信</a:t>
              </a:r>
              <a:endPara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7451725" y="4665345"/>
            <a:ext cx="827405" cy="1548130"/>
            <a:chOff x="8467" y="7331"/>
            <a:chExt cx="1984" cy="2438"/>
          </a:xfrm>
        </p:grpSpPr>
        <p:sp>
          <p:nvSpPr>
            <p:cNvPr id="52" name="流程图: 过程 51"/>
            <p:cNvSpPr/>
            <p:nvPr>
              <p:custDataLst>
                <p:tags r:id="rId18"/>
              </p:custDataLst>
            </p:nvPr>
          </p:nvSpPr>
          <p:spPr>
            <a:xfrm>
              <a:off x="84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项目提成</a:t>
              </a:r>
            </a:p>
          </p:txBody>
        </p:sp>
        <p:sp>
          <p:nvSpPr>
            <p:cNvPr id="54" name="流程图: 过程 53"/>
            <p:cNvSpPr/>
            <p:nvPr>
              <p:custDataLst>
                <p:tags r:id="rId19"/>
              </p:custDataLst>
            </p:nvPr>
          </p:nvSpPr>
          <p:spPr>
            <a:xfrm>
              <a:off x="84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提成方案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提成分配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提成结算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提成统计表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550660" y="4665345"/>
            <a:ext cx="827405" cy="1548130"/>
            <a:chOff x="8467" y="7331"/>
            <a:chExt cx="1984" cy="2438"/>
          </a:xfrm>
        </p:grpSpPr>
        <p:sp>
          <p:nvSpPr>
            <p:cNvPr id="58" name="流程图: 过程 57"/>
            <p:cNvSpPr/>
            <p:nvPr>
              <p:custDataLst>
                <p:tags r:id="rId16"/>
              </p:custDataLst>
            </p:nvPr>
          </p:nvSpPr>
          <p:spPr>
            <a:xfrm>
              <a:off x="84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售后服务</a:t>
              </a:r>
            </a:p>
          </p:txBody>
        </p:sp>
        <p:sp>
          <p:nvSpPr>
            <p:cNvPr id="59" name="流程图: 过程 58"/>
            <p:cNvSpPr/>
            <p:nvPr>
              <p:custDataLst>
                <p:tags r:id="rId17"/>
              </p:custDataLst>
            </p:nvPr>
          </p:nvSpPr>
          <p:spPr>
            <a:xfrm>
              <a:off x="84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售后交接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工单登记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派工单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服务处理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服务回访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847465" y="4665345"/>
            <a:ext cx="827405" cy="1548130"/>
            <a:chOff x="8467" y="7331"/>
            <a:chExt cx="1984" cy="2438"/>
          </a:xfrm>
        </p:grpSpPr>
        <p:sp>
          <p:nvSpPr>
            <p:cNvPr id="61" name="流程图: 过程 60"/>
            <p:cNvSpPr/>
            <p:nvPr>
              <p:custDataLst>
                <p:tags r:id="rId14"/>
              </p:custDataLst>
            </p:nvPr>
          </p:nvSpPr>
          <p:spPr>
            <a:xfrm>
              <a:off x="84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质量安全</a:t>
              </a:r>
            </a:p>
          </p:txBody>
        </p:sp>
        <p:sp>
          <p:nvSpPr>
            <p:cNvPr id="62" name="流程图: 过程 61"/>
            <p:cNvSpPr/>
            <p:nvPr>
              <p:custDataLst>
                <p:tags r:id="rId15"/>
              </p:custDataLst>
            </p:nvPr>
          </p:nvSpPr>
          <p:spPr>
            <a:xfrm>
              <a:off x="84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质量检查计划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质量检查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质量整改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安全检查计划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安全检查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安全整改</a:t>
              </a: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946400" y="4665345"/>
            <a:ext cx="827405" cy="1548130"/>
            <a:chOff x="8467" y="7331"/>
            <a:chExt cx="1984" cy="2438"/>
          </a:xfrm>
        </p:grpSpPr>
        <p:sp>
          <p:nvSpPr>
            <p:cNvPr id="64" name="流程图: 过程 63"/>
            <p:cNvSpPr/>
            <p:nvPr>
              <p:custDataLst>
                <p:tags r:id="rId12"/>
              </p:custDataLst>
            </p:nvPr>
          </p:nvSpPr>
          <p:spPr>
            <a:xfrm>
              <a:off x="84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施工管理</a:t>
              </a:r>
            </a:p>
          </p:txBody>
        </p:sp>
        <p:sp>
          <p:nvSpPr>
            <p:cNvPr id="65" name="流程图: 过程 64"/>
            <p:cNvSpPr/>
            <p:nvPr>
              <p:custDataLst>
                <p:tags r:id="rId13"/>
              </p:custDataLst>
            </p:nvPr>
          </p:nvSpPr>
          <p:spPr>
            <a:xfrm>
              <a:off x="84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开停工管理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工程签证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施工记录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竣工结算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施工看板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竣工看板</a:t>
              </a: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4748530" y="4665345"/>
            <a:ext cx="827405" cy="1548130"/>
            <a:chOff x="8467" y="7331"/>
            <a:chExt cx="1984" cy="2438"/>
          </a:xfrm>
        </p:grpSpPr>
        <p:sp>
          <p:nvSpPr>
            <p:cNvPr id="71" name="流程图: 过程 70"/>
            <p:cNvSpPr/>
            <p:nvPr>
              <p:custDataLst>
                <p:tags r:id="rId10"/>
              </p:custDataLst>
            </p:nvPr>
          </p:nvSpPr>
          <p:spPr>
            <a:xfrm>
              <a:off x="84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证照管理</a:t>
              </a:r>
            </a:p>
          </p:txBody>
        </p:sp>
        <p:sp>
          <p:nvSpPr>
            <p:cNvPr id="72" name="流程图: 过程 71"/>
            <p:cNvSpPr/>
            <p:nvPr>
              <p:custDataLst>
                <p:tags r:id="rId11"/>
              </p:custDataLst>
            </p:nvPr>
          </p:nvSpPr>
          <p:spPr>
            <a:xfrm>
              <a:off x="84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证书管理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证书借出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证书归还</a:t>
              </a: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1143635" y="4665345"/>
            <a:ext cx="827405" cy="1548130"/>
            <a:chOff x="8467" y="7331"/>
            <a:chExt cx="1984" cy="2438"/>
          </a:xfrm>
        </p:grpSpPr>
        <p:sp>
          <p:nvSpPr>
            <p:cNvPr id="74" name="流程图: 过程 73"/>
            <p:cNvSpPr/>
            <p:nvPr>
              <p:custDataLst>
                <p:tags r:id="rId8"/>
              </p:custDataLst>
            </p:nvPr>
          </p:nvSpPr>
          <p:spPr>
            <a:xfrm>
              <a:off x="8467" y="7331"/>
              <a:ext cx="1984" cy="549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投标管理</a:t>
              </a:r>
            </a:p>
          </p:txBody>
        </p:sp>
        <p:sp>
          <p:nvSpPr>
            <p:cNvPr id="75" name="流程图: 过程 74"/>
            <p:cNvSpPr/>
            <p:nvPr>
              <p:custDataLst>
                <p:tags r:id="rId9"/>
              </p:custDataLst>
            </p:nvPr>
          </p:nvSpPr>
          <p:spPr>
            <a:xfrm>
              <a:off x="8467" y="7929"/>
              <a:ext cx="1984" cy="1841"/>
            </a:xfrm>
            <a:prstGeom prst="flowChartProcess">
              <a:avLst/>
            </a:prstGeom>
            <a:solidFill>
              <a:srgbClr val="24BEBC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客户跟进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投标过程管理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中标记录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落标记录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-635" y="2197735"/>
            <a:ext cx="12192000" cy="453580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灵活的业务流程，满足不同企业的管理需求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文本框 283"/>
          <p:cNvSpPr txBox="1"/>
          <p:nvPr>
            <p:custDataLst>
              <p:tags r:id="rId2"/>
            </p:custDataLst>
          </p:nvPr>
        </p:nvSpPr>
        <p:spPr>
          <a:xfrm>
            <a:off x="391795" y="754380"/>
            <a:ext cx="11591925" cy="146304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根据企业实际，选择对应的业务流程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：可简单使用，可复杂使用，可单据和审批流程打通</a:t>
            </a:r>
          </a:p>
          <a:p>
            <a:pPr indent="0" algn="l" fontAlgn="auto">
              <a:lnSpc>
                <a:spcPct val="150000"/>
              </a:lnSpc>
            </a:pP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不同行业不同业务流程：工程施工、系统集成、高新科技、检测行业、广告装饰、智能家居、咨询服务、商贸行业、组装生产......</a:t>
            </a:r>
          </a:p>
          <a:p>
            <a:pPr indent="0" algn="l" fontAlgn="auto">
              <a:lnSpc>
                <a:spcPct val="150000"/>
              </a:lnSpc>
            </a:pPr>
            <a:endParaRPr lang="zh-CN" altLang="en-US" b="1" dirty="0">
              <a:solidFill>
                <a:srgbClr val="FFC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任意形状 34"/>
          <p:cNvSpPr/>
          <p:nvPr/>
        </p:nvSpPr>
        <p:spPr>
          <a:xfrm>
            <a:off x="8733155" y="2861945"/>
            <a:ext cx="1701800" cy="1475105"/>
          </a:xfrm>
          <a:custGeom>
            <a:avLst/>
            <a:gdLst>
              <a:gd name="connsiteX0" fmla="*/ 0 w 688621"/>
              <a:gd name="connsiteY0" fmla="*/ 295654 h 591308"/>
              <a:gd name="connsiteX1" fmla="*/ 147827 w 688621"/>
              <a:gd name="connsiteY1" fmla="*/ 0 h 591308"/>
              <a:gd name="connsiteX2" fmla="*/ 540794 w 688621"/>
              <a:gd name="connsiteY2" fmla="*/ 0 h 591308"/>
              <a:gd name="connsiteX3" fmla="*/ 688621 w 688621"/>
              <a:gd name="connsiteY3" fmla="*/ 295654 h 591308"/>
              <a:gd name="connsiteX4" fmla="*/ 540794 w 688621"/>
              <a:gd name="connsiteY4" fmla="*/ 591308 h 591308"/>
              <a:gd name="connsiteX5" fmla="*/ 147827 w 688621"/>
              <a:gd name="connsiteY5" fmla="*/ 591308 h 591308"/>
              <a:gd name="connsiteX6" fmla="*/ 0 w 688621"/>
              <a:gd name="connsiteY6" fmla="*/ 295654 h 59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621" h="591308">
                <a:moveTo>
                  <a:pt x="0" y="295654"/>
                </a:moveTo>
                <a:lnTo>
                  <a:pt x="147827" y="0"/>
                </a:lnTo>
                <a:lnTo>
                  <a:pt x="540794" y="0"/>
                </a:lnTo>
                <a:lnTo>
                  <a:pt x="688621" y="295654"/>
                </a:lnTo>
                <a:lnTo>
                  <a:pt x="540794" y="591308"/>
                </a:lnTo>
                <a:lnTo>
                  <a:pt x="147827" y="591308"/>
                </a:lnTo>
                <a:lnTo>
                  <a:pt x="0" y="295654"/>
                </a:lnTo>
                <a:close/>
              </a:path>
            </a:pathLst>
          </a:custGeom>
          <a:solidFill>
            <a:srgbClr val="9F55FB"/>
          </a:solidFill>
          <a:ln>
            <a:noFill/>
          </a:ln>
        </p:spPr>
        <p:style>
          <a:lnRef idx="2">
            <a:schemeClr val="accent3">
              <a:alpha val="90000"/>
              <a:hueOff val="0"/>
              <a:satOff val="0"/>
              <a:lumOff val="0"/>
              <a:alphaOff val="-15881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15881"/>
            </a:schemeClr>
          </a:fillRef>
          <a:effectRef idx="0">
            <a:schemeClr val="accent3">
              <a:alpha val="90000"/>
              <a:hueOff val="0"/>
              <a:satOff val="0"/>
              <a:lumOff val="0"/>
              <a:alphaOff val="-15881"/>
            </a:schemeClr>
          </a:effectRef>
          <a:fontRef idx="minor">
            <a:schemeClr val="lt1"/>
          </a:fontRef>
        </p:style>
        <p:txBody>
          <a:bodyPr spcFirstLastPara="0" vert="horz" wrap="square" lIns="142080" tIns="149076" rIns="142080" bIns="149076" numCol="1" spcCol="1270" anchor="ctr" anchorCtr="0">
            <a:noAutofit/>
          </a:bodyPr>
          <a:lstStyle/>
          <a:p>
            <a:pPr algn="ctr" defTabSz="70993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135" b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5391573" y="4690533"/>
            <a:ext cx="2024380" cy="1474893"/>
            <a:chOff x="1250" y="3484"/>
            <a:chExt cx="1900" cy="1384"/>
          </a:xfrm>
        </p:grpSpPr>
        <p:sp>
          <p:nvSpPr>
            <p:cNvPr id="68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4BEBC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82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82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82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080" tIns="149076" rIns="142080" bIns="149076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135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709930">
                <a:spcAft>
                  <a:spcPct val="35000"/>
                </a:spcAft>
              </a:pPr>
              <a:endParaRPr lang="zh-CN" altLang="en-US" sz="21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74" name="任意形状 34"/>
          <p:cNvSpPr/>
          <p:nvPr/>
        </p:nvSpPr>
        <p:spPr>
          <a:xfrm>
            <a:off x="7475220" y="4690745"/>
            <a:ext cx="1701800" cy="1475105"/>
          </a:xfrm>
          <a:custGeom>
            <a:avLst/>
            <a:gdLst>
              <a:gd name="connsiteX0" fmla="*/ 0 w 688621"/>
              <a:gd name="connsiteY0" fmla="*/ 295654 h 591308"/>
              <a:gd name="connsiteX1" fmla="*/ 147827 w 688621"/>
              <a:gd name="connsiteY1" fmla="*/ 0 h 591308"/>
              <a:gd name="connsiteX2" fmla="*/ 540794 w 688621"/>
              <a:gd name="connsiteY2" fmla="*/ 0 h 591308"/>
              <a:gd name="connsiteX3" fmla="*/ 688621 w 688621"/>
              <a:gd name="connsiteY3" fmla="*/ 295654 h 591308"/>
              <a:gd name="connsiteX4" fmla="*/ 540794 w 688621"/>
              <a:gd name="connsiteY4" fmla="*/ 591308 h 591308"/>
              <a:gd name="connsiteX5" fmla="*/ 147827 w 688621"/>
              <a:gd name="connsiteY5" fmla="*/ 591308 h 591308"/>
              <a:gd name="connsiteX6" fmla="*/ 0 w 688621"/>
              <a:gd name="connsiteY6" fmla="*/ 295654 h 59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621" h="591308">
                <a:moveTo>
                  <a:pt x="0" y="295654"/>
                </a:moveTo>
                <a:lnTo>
                  <a:pt x="147827" y="0"/>
                </a:lnTo>
                <a:lnTo>
                  <a:pt x="540794" y="0"/>
                </a:lnTo>
                <a:lnTo>
                  <a:pt x="688621" y="295654"/>
                </a:lnTo>
                <a:lnTo>
                  <a:pt x="540794" y="591308"/>
                </a:lnTo>
                <a:lnTo>
                  <a:pt x="147827" y="591308"/>
                </a:lnTo>
                <a:lnTo>
                  <a:pt x="0" y="295654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3">
              <a:alpha val="90000"/>
              <a:hueOff val="0"/>
              <a:satOff val="0"/>
              <a:lumOff val="0"/>
              <a:alphaOff val="-1588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15880"/>
            </a:schemeClr>
          </a:fillRef>
          <a:effectRef idx="0">
            <a:schemeClr val="accent3">
              <a:alpha val="90000"/>
              <a:hueOff val="0"/>
              <a:satOff val="0"/>
              <a:lumOff val="0"/>
              <a:alphaOff val="-15880"/>
            </a:schemeClr>
          </a:effectRef>
          <a:fontRef idx="minor">
            <a:schemeClr val="lt1"/>
          </a:fontRef>
        </p:style>
        <p:txBody>
          <a:bodyPr spcFirstLastPara="0" vert="horz" wrap="square" lIns="142080" tIns="149076" rIns="142080" bIns="149076" numCol="1" spcCol="1270" anchor="ctr" anchorCtr="0">
            <a:noAutofit/>
          </a:bodyPr>
          <a:lstStyle/>
          <a:p>
            <a:pPr algn="ctr" defTabSz="70993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135" b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2515447" y="2898987"/>
            <a:ext cx="2024380" cy="1474893"/>
            <a:chOff x="1250" y="3484"/>
            <a:chExt cx="1900" cy="1384"/>
          </a:xfrm>
        </p:grpSpPr>
        <p:sp>
          <p:nvSpPr>
            <p:cNvPr id="77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4BEBC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81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81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81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080" tIns="149076" rIns="142080" bIns="149076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135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2135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系统集成</a:t>
              </a:r>
            </a:p>
          </p:txBody>
        </p:sp>
      </p:grpSp>
      <p:sp>
        <p:nvSpPr>
          <p:cNvPr id="5" name="任意形状 34"/>
          <p:cNvSpPr/>
          <p:nvPr/>
        </p:nvSpPr>
        <p:spPr>
          <a:xfrm>
            <a:off x="4556760" y="2898775"/>
            <a:ext cx="1701800" cy="1475105"/>
          </a:xfrm>
          <a:custGeom>
            <a:avLst/>
            <a:gdLst>
              <a:gd name="connsiteX0" fmla="*/ 0 w 688621"/>
              <a:gd name="connsiteY0" fmla="*/ 295654 h 591308"/>
              <a:gd name="connsiteX1" fmla="*/ 147827 w 688621"/>
              <a:gd name="connsiteY1" fmla="*/ 0 h 591308"/>
              <a:gd name="connsiteX2" fmla="*/ 540794 w 688621"/>
              <a:gd name="connsiteY2" fmla="*/ 0 h 591308"/>
              <a:gd name="connsiteX3" fmla="*/ 688621 w 688621"/>
              <a:gd name="connsiteY3" fmla="*/ 295654 h 591308"/>
              <a:gd name="connsiteX4" fmla="*/ 540794 w 688621"/>
              <a:gd name="connsiteY4" fmla="*/ 591308 h 591308"/>
              <a:gd name="connsiteX5" fmla="*/ 147827 w 688621"/>
              <a:gd name="connsiteY5" fmla="*/ 591308 h 591308"/>
              <a:gd name="connsiteX6" fmla="*/ 0 w 688621"/>
              <a:gd name="connsiteY6" fmla="*/ 295654 h 59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621" h="591308">
                <a:moveTo>
                  <a:pt x="0" y="295654"/>
                </a:moveTo>
                <a:lnTo>
                  <a:pt x="147827" y="0"/>
                </a:lnTo>
                <a:lnTo>
                  <a:pt x="540794" y="0"/>
                </a:lnTo>
                <a:lnTo>
                  <a:pt x="688621" y="295654"/>
                </a:lnTo>
                <a:lnTo>
                  <a:pt x="540794" y="591308"/>
                </a:lnTo>
                <a:lnTo>
                  <a:pt x="147827" y="591308"/>
                </a:lnTo>
                <a:lnTo>
                  <a:pt x="0" y="295654"/>
                </a:lnTo>
                <a:close/>
              </a:path>
            </a:pathLst>
          </a:custGeom>
          <a:solidFill>
            <a:srgbClr val="FED865"/>
          </a:solidFill>
          <a:ln>
            <a:noFill/>
          </a:ln>
        </p:spPr>
        <p:style>
          <a:lnRef idx="2">
            <a:schemeClr val="accent3">
              <a:alpha val="90000"/>
              <a:hueOff val="0"/>
              <a:satOff val="0"/>
              <a:lumOff val="0"/>
              <a:alphaOff val="-1588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15880"/>
            </a:schemeClr>
          </a:fillRef>
          <a:effectRef idx="0">
            <a:schemeClr val="accent3">
              <a:alpha val="90000"/>
              <a:hueOff val="0"/>
              <a:satOff val="0"/>
              <a:lumOff val="0"/>
              <a:alphaOff val="-15880"/>
            </a:schemeClr>
          </a:effectRef>
          <a:fontRef idx="minor">
            <a:schemeClr val="lt1"/>
          </a:fontRef>
        </p:style>
        <p:txBody>
          <a:bodyPr spcFirstLastPara="0" vert="horz" wrap="square" lIns="142080" tIns="149076" rIns="142080" bIns="149076" numCol="1" spcCol="1270" anchor="ctr" anchorCtr="0">
            <a:noAutofit/>
          </a:bodyPr>
          <a:lstStyle/>
          <a:p>
            <a:pPr algn="ctr" defTabSz="70993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135" b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471122" y="4690957"/>
            <a:ext cx="2024380" cy="1474893"/>
            <a:chOff x="1250" y="3484"/>
            <a:chExt cx="1900" cy="1384"/>
          </a:xfrm>
        </p:grpSpPr>
        <p:sp>
          <p:nvSpPr>
            <p:cNvPr id="8" name="任意形状 34"/>
            <p:cNvSpPr/>
            <p:nvPr>
              <p:custDataLst>
                <p:tags r:id="rId6"/>
              </p:custDataLst>
            </p:nvPr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79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79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79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080" tIns="149076" rIns="142080" bIns="149076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135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标题 5"/>
            <p:cNvSpPr>
              <a:spLocks noGrp="1"/>
            </p:cNvSpPr>
            <p:nvPr>
              <p:custDataLst>
                <p:tags r:id="rId7"/>
              </p:custDataLst>
            </p:nvPr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213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商贸企业</a:t>
              </a:r>
            </a:p>
          </p:txBody>
        </p:sp>
      </p:grpSp>
      <p:sp>
        <p:nvSpPr>
          <p:cNvPr id="10" name="任意形状 34"/>
          <p:cNvSpPr/>
          <p:nvPr>
            <p:custDataLst>
              <p:tags r:id="rId3"/>
            </p:custDataLst>
          </p:nvPr>
        </p:nvSpPr>
        <p:spPr>
          <a:xfrm>
            <a:off x="1711960" y="4690745"/>
            <a:ext cx="1701800" cy="1475105"/>
          </a:xfrm>
          <a:custGeom>
            <a:avLst/>
            <a:gdLst>
              <a:gd name="connsiteX0" fmla="*/ 0 w 688621"/>
              <a:gd name="connsiteY0" fmla="*/ 295654 h 591308"/>
              <a:gd name="connsiteX1" fmla="*/ 147827 w 688621"/>
              <a:gd name="connsiteY1" fmla="*/ 0 h 591308"/>
              <a:gd name="connsiteX2" fmla="*/ 540794 w 688621"/>
              <a:gd name="connsiteY2" fmla="*/ 0 h 591308"/>
              <a:gd name="connsiteX3" fmla="*/ 688621 w 688621"/>
              <a:gd name="connsiteY3" fmla="*/ 295654 h 591308"/>
              <a:gd name="connsiteX4" fmla="*/ 540794 w 688621"/>
              <a:gd name="connsiteY4" fmla="*/ 591308 h 591308"/>
              <a:gd name="connsiteX5" fmla="*/ 147827 w 688621"/>
              <a:gd name="connsiteY5" fmla="*/ 591308 h 591308"/>
              <a:gd name="connsiteX6" fmla="*/ 0 w 688621"/>
              <a:gd name="connsiteY6" fmla="*/ 295654 h 59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621" h="591308">
                <a:moveTo>
                  <a:pt x="0" y="295654"/>
                </a:moveTo>
                <a:lnTo>
                  <a:pt x="147827" y="0"/>
                </a:lnTo>
                <a:lnTo>
                  <a:pt x="540794" y="0"/>
                </a:lnTo>
                <a:lnTo>
                  <a:pt x="688621" y="295654"/>
                </a:lnTo>
                <a:lnTo>
                  <a:pt x="540794" y="591308"/>
                </a:lnTo>
                <a:lnTo>
                  <a:pt x="147827" y="591308"/>
                </a:lnTo>
                <a:lnTo>
                  <a:pt x="0" y="295654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3">
              <a:alpha val="90000"/>
              <a:hueOff val="0"/>
              <a:satOff val="0"/>
              <a:lumOff val="0"/>
              <a:alphaOff val="-15879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15879"/>
            </a:schemeClr>
          </a:fillRef>
          <a:effectRef idx="0">
            <a:schemeClr val="accent3">
              <a:alpha val="90000"/>
              <a:hueOff val="0"/>
              <a:satOff val="0"/>
              <a:lumOff val="0"/>
              <a:alphaOff val="-15879"/>
            </a:schemeClr>
          </a:effectRef>
          <a:fontRef idx="minor">
            <a:schemeClr val="lt1"/>
          </a:fontRef>
        </p:style>
        <p:txBody>
          <a:bodyPr spcFirstLastPara="0" vert="horz" wrap="square" lIns="142080" tIns="149076" rIns="142080" bIns="149076" numCol="1" spcCol="1270" anchor="ctr" anchorCtr="0">
            <a:noAutofit/>
          </a:bodyPr>
          <a:lstStyle/>
          <a:p>
            <a:pPr algn="ctr" defTabSz="70993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135" b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形状 34"/>
          <p:cNvSpPr/>
          <p:nvPr/>
        </p:nvSpPr>
        <p:spPr>
          <a:xfrm>
            <a:off x="6703060" y="2861945"/>
            <a:ext cx="1701800" cy="1475105"/>
          </a:xfrm>
          <a:custGeom>
            <a:avLst/>
            <a:gdLst>
              <a:gd name="connsiteX0" fmla="*/ 0 w 688621"/>
              <a:gd name="connsiteY0" fmla="*/ 295654 h 591308"/>
              <a:gd name="connsiteX1" fmla="*/ 147827 w 688621"/>
              <a:gd name="connsiteY1" fmla="*/ 0 h 591308"/>
              <a:gd name="connsiteX2" fmla="*/ 540794 w 688621"/>
              <a:gd name="connsiteY2" fmla="*/ 0 h 591308"/>
              <a:gd name="connsiteX3" fmla="*/ 688621 w 688621"/>
              <a:gd name="connsiteY3" fmla="*/ 295654 h 591308"/>
              <a:gd name="connsiteX4" fmla="*/ 540794 w 688621"/>
              <a:gd name="connsiteY4" fmla="*/ 591308 h 591308"/>
              <a:gd name="connsiteX5" fmla="*/ 147827 w 688621"/>
              <a:gd name="connsiteY5" fmla="*/ 591308 h 591308"/>
              <a:gd name="connsiteX6" fmla="*/ 0 w 688621"/>
              <a:gd name="connsiteY6" fmla="*/ 295654 h 591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621" h="591308">
                <a:moveTo>
                  <a:pt x="0" y="295654"/>
                </a:moveTo>
                <a:lnTo>
                  <a:pt x="147827" y="0"/>
                </a:lnTo>
                <a:lnTo>
                  <a:pt x="540794" y="0"/>
                </a:lnTo>
                <a:lnTo>
                  <a:pt x="688621" y="295654"/>
                </a:lnTo>
                <a:lnTo>
                  <a:pt x="540794" y="591308"/>
                </a:lnTo>
                <a:lnTo>
                  <a:pt x="147827" y="591308"/>
                </a:lnTo>
                <a:lnTo>
                  <a:pt x="0" y="295654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alpha val="90000"/>
              <a:hueOff val="0"/>
              <a:satOff val="0"/>
              <a:lumOff val="0"/>
              <a:alphaOff val="-15880"/>
            </a:schemeClr>
          </a:lnRef>
          <a:fillRef idx="1">
            <a:schemeClr val="accent3">
              <a:alpha val="90000"/>
              <a:hueOff val="0"/>
              <a:satOff val="0"/>
              <a:lumOff val="0"/>
              <a:alphaOff val="-15880"/>
            </a:schemeClr>
          </a:fillRef>
          <a:effectRef idx="0">
            <a:schemeClr val="accent3">
              <a:alpha val="90000"/>
              <a:hueOff val="0"/>
              <a:satOff val="0"/>
              <a:lumOff val="0"/>
              <a:alphaOff val="-15880"/>
            </a:schemeClr>
          </a:effectRef>
          <a:fontRef idx="minor">
            <a:schemeClr val="lt1"/>
          </a:fontRef>
        </p:style>
        <p:txBody>
          <a:bodyPr spcFirstLastPara="0" vert="horz" wrap="square" lIns="142080" tIns="149076" rIns="142080" bIns="149076" numCol="1" spcCol="1270" anchor="ctr" anchorCtr="0">
            <a:noAutofit/>
          </a:bodyPr>
          <a:lstStyle/>
          <a:p>
            <a:pPr algn="ctr" defTabSz="70993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2135" b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标题 5"/>
          <p:cNvSpPr>
            <a:spLocks noGrp="1"/>
          </p:cNvSpPr>
          <p:nvPr/>
        </p:nvSpPr>
        <p:spPr>
          <a:xfrm>
            <a:off x="5451052" y="5248487"/>
            <a:ext cx="2024380" cy="4710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64260">
              <a:spcAft>
                <a:spcPct val="35000"/>
              </a:spcAft>
            </a:pPr>
            <a:r>
              <a:rPr lang="zh-CN" altLang="en-US" sz="2135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组装生产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592667" y="2898987"/>
            <a:ext cx="2024380" cy="1474893"/>
            <a:chOff x="1250" y="3484"/>
            <a:chExt cx="1900" cy="1384"/>
          </a:xfrm>
        </p:grpSpPr>
        <p:sp>
          <p:nvSpPr>
            <p:cNvPr id="83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5C1FB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80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80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80"/>
              </a:schemeClr>
            </a:effectRef>
            <a:fontRef idx="minor">
              <a:schemeClr val="lt1"/>
            </a:fontRef>
          </p:style>
          <p:txBody>
            <a:bodyPr spcFirstLastPara="0" vert="horz" wrap="square" lIns="142080" tIns="149076" rIns="142080" bIns="149076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135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213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工程项目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321279" y="4690533"/>
            <a:ext cx="2024380" cy="1474893"/>
            <a:chOff x="1266" y="3484"/>
            <a:chExt cx="1900" cy="1384"/>
          </a:xfrm>
        </p:grpSpPr>
        <p:sp>
          <p:nvSpPr>
            <p:cNvPr id="15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</p:spPr>
          <p:style>
            <a:lnRef idx="0">
              <a:srgbClr val="FFFFFF"/>
            </a:lnRef>
            <a:fillRef idx="2">
              <a:prstClr val="black"/>
            </a:fillRef>
            <a:effectRef idx="1">
              <a:prstClr val="black"/>
            </a:effectRef>
            <a:fontRef idx="minor">
              <a:schemeClr val="lt1"/>
            </a:fontRef>
          </p:style>
          <p:txBody>
            <a:bodyPr spcFirstLastPara="0" vert="horz" wrap="square" lIns="142080" tIns="149076" rIns="142080" bIns="149076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2135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标题 5"/>
            <p:cNvSpPr>
              <a:spLocks noGrp="1"/>
            </p:cNvSpPr>
            <p:nvPr/>
          </p:nvSpPr>
          <p:spPr>
            <a:xfrm>
              <a:off x="1266" y="4009"/>
              <a:ext cx="1900" cy="3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2135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其他</a:t>
              </a:r>
              <a:r>
                <a:rPr lang="en-US" altLang="zh-CN" sz="2135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...</a:t>
              </a:r>
            </a:p>
          </p:txBody>
        </p:sp>
      </p:grpSp>
      <p:sp>
        <p:nvSpPr>
          <p:cNvPr id="17" name="标题 5"/>
          <p:cNvSpPr>
            <a:spLocks noGrp="1"/>
          </p:cNvSpPr>
          <p:nvPr/>
        </p:nvSpPr>
        <p:spPr>
          <a:xfrm>
            <a:off x="4417809" y="3278814"/>
            <a:ext cx="2024380" cy="4710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64260">
              <a:spcAft>
                <a:spcPct val="35000"/>
              </a:spcAft>
            </a:pPr>
            <a:r>
              <a:rPr lang="zh-CN" altLang="en-US" sz="2135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机械设备</a:t>
            </a:r>
          </a:p>
          <a:p>
            <a:pPr algn="ctr" defTabSz="1064260">
              <a:spcAft>
                <a:spcPct val="35000"/>
              </a:spcAft>
            </a:pPr>
            <a:r>
              <a:rPr lang="zh-CN" altLang="en-US" sz="2135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安装施工</a:t>
            </a:r>
          </a:p>
        </p:txBody>
      </p:sp>
      <p:sp>
        <p:nvSpPr>
          <p:cNvPr id="18" name="标题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00017" y="3363683"/>
            <a:ext cx="2024380" cy="4710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64260">
              <a:spcAft>
                <a:spcPct val="35000"/>
              </a:spcAft>
            </a:pPr>
            <a:r>
              <a:rPr lang="zh-CN" altLang="en-US" sz="2135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检测行业</a:t>
            </a:r>
            <a:endParaRPr lang="zh-CN" altLang="en-US" sz="21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标题 5"/>
          <p:cNvSpPr>
            <a:spLocks noGrp="1"/>
          </p:cNvSpPr>
          <p:nvPr/>
        </p:nvSpPr>
        <p:spPr>
          <a:xfrm>
            <a:off x="1551305" y="5272230"/>
            <a:ext cx="2024380" cy="4710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64260">
              <a:spcAft>
                <a:spcPct val="35000"/>
              </a:spcAft>
            </a:pPr>
            <a:r>
              <a:rPr lang="zh-CN" altLang="en-US" sz="2135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高新技术</a:t>
            </a:r>
          </a:p>
        </p:txBody>
      </p:sp>
      <p:sp>
        <p:nvSpPr>
          <p:cNvPr id="21" name="标题 5"/>
          <p:cNvSpPr>
            <a:spLocks noGrp="1"/>
          </p:cNvSpPr>
          <p:nvPr/>
        </p:nvSpPr>
        <p:spPr>
          <a:xfrm>
            <a:off x="7608288" y="5274004"/>
            <a:ext cx="1444768" cy="405014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64260">
              <a:spcAft>
                <a:spcPct val="35000"/>
              </a:spcAft>
            </a:pPr>
            <a:r>
              <a:rPr lang="zh-CN" altLang="en-US" sz="2135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广告会展</a:t>
            </a:r>
            <a:endParaRPr lang="zh-CN" altLang="en-US" sz="2135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标题 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575637" y="3392171"/>
            <a:ext cx="2024380" cy="4710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64260">
              <a:spcAft>
                <a:spcPct val="35000"/>
              </a:spcAft>
            </a:pPr>
            <a:r>
              <a:rPr lang="zh-CN" altLang="en-US" sz="2135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咨询设计</a:t>
            </a:r>
          </a:p>
          <a:p>
            <a:pPr algn="ctr" defTabSz="1064260">
              <a:spcAft>
                <a:spcPct val="35000"/>
              </a:spcAft>
            </a:pPr>
            <a:endParaRPr lang="zh-CN" altLang="en-US" sz="21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业务流程图：工程施工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8641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土建、市政、园林、水利、电力、路桥、基建、公装、矿山、环保、厂房等。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9" name="圆角矩形 358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矩形 352"/>
          <p:cNvSpPr/>
          <p:nvPr>
            <p:custDataLst>
              <p:tags r:id="rId2"/>
            </p:custDataLst>
          </p:nvPr>
        </p:nvSpPr>
        <p:spPr>
          <a:xfrm flipV="1">
            <a:off x="4681855" y="2147570"/>
            <a:ext cx="5558790" cy="460375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49" name="矩形 148"/>
          <p:cNvSpPr/>
          <p:nvPr>
            <p:custDataLst>
              <p:tags r:id="rId3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4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5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6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7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8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9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10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1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8" name="箭头: 下 88"/>
          <p:cNvSpPr/>
          <p:nvPr>
            <p:custDataLst>
              <p:tags r:id="rId12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3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4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5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6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7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8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9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20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21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2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169" name="矩形 168"/>
          <p:cNvSpPr/>
          <p:nvPr>
            <p:custDataLst>
              <p:tags r:id="rId23"/>
            </p:custDataLst>
          </p:nvPr>
        </p:nvSpPr>
        <p:spPr>
          <a:xfrm>
            <a:off x="7339330" y="2651125"/>
            <a:ext cx="1338580" cy="31496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70" name="矩形 169"/>
          <p:cNvSpPr/>
          <p:nvPr>
            <p:custDataLst>
              <p:tags r:id="rId24"/>
            </p:custDataLst>
          </p:nvPr>
        </p:nvSpPr>
        <p:spPr>
          <a:xfrm>
            <a:off x="1931035" y="2148205"/>
            <a:ext cx="2633980" cy="3652520"/>
          </a:xfrm>
          <a:prstGeom prst="rect">
            <a:avLst/>
          </a:prstGeom>
          <a:solidFill>
            <a:srgbClr val="E7F1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流程图: 过程 170"/>
          <p:cNvSpPr/>
          <p:nvPr>
            <p:custDataLst>
              <p:tags r:id="rId25"/>
            </p:custDataLst>
          </p:nvPr>
        </p:nvSpPr>
        <p:spPr>
          <a:xfrm>
            <a:off x="3389630" y="270065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收入合同</a:t>
            </a:r>
          </a:p>
        </p:txBody>
      </p:sp>
      <p:sp>
        <p:nvSpPr>
          <p:cNvPr id="172" name="矩形 171"/>
          <p:cNvSpPr/>
          <p:nvPr>
            <p:custDataLst>
              <p:tags r:id="rId26"/>
            </p:custDataLst>
          </p:nvPr>
        </p:nvSpPr>
        <p:spPr>
          <a:xfrm>
            <a:off x="4681220" y="2651125"/>
            <a:ext cx="2541270" cy="31496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73" name="矩形 172"/>
          <p:cNvSpPr/>
          <p:nvPr>
            <p:custDataLst>
              <p:tags r:id="rId27"/>
            </p:custDataLst>
          </p:nvPr>
        </p:nvSpPr>
        <p:spPr>
          <a:xfrm>
            <a:off x="8793480" y="2651125"/>
            <a:ext cx="1446530" cy="316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34" name="文本框 233"/>
          <p:cNvSpPr txBox="1"/>
          <p:nvPr>
            <p:custDataLst>
              <p:tags r:id="rId28"/>
            </p:custDataLst>
          </p:nvPr>
        </p:nvSpPr>
        <p:spPr>
          <a:xfrm>
            <a:off x="2792730" y="2277110"/>
            <a:ext cx="105092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收入管理</a:t>
            </a:r>
          </a:p>
        </p:txBody>
      </p:sp>
      <p:sp>
        <p:nvSpPr>
          <p:cNvPr id="251" name="文本框 250"/>
          <p:cNvSpPr txBox="1"/>
          <p:nvPr>
            <p:custDataLst>
              <p:tags r:id="rId29"/>
            </p:custDataLst>
          </p:nvPr>
        </p:nvSpPr>
        <p:spPr>
          <a:xfrm>
            <a:off x="5434330" y="2778125"/>
            <a:ext cx="1009015" cy="3067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支出管理</a:t>
            </a:r>
          </a:p>
        </p:txBody>
      </p:sp>
      <p:sp>
        <p:nvSpPr>
          <p:cNvPr id="252" name="文本框 251"/>
          <p:cNvSpPr txBox="1"/>
          <p:nvPr>
            <p:custDataLst>
              <p:tags r:id="rId30"/>
            </p:custDataLst>
          </p:nvPr>
        </p:nvSpPr>
        <p:spPr>
          <a:xfrm>
            <a:off x="8994775" y="2778125"/>
            <a:ext cx="1017905" cy="2882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项目物资</a:t>
            </a:r>
          </a:p>
        </p:txBody>
      </p:sp>
      <p:sp>
        <p:nvSpPr>
          <p:cNvPr id="265" name="流程图: 过程 264"/>
          <p:cNvSpPr/>
          <p:nvPr>
            <p:custDataLst>
              <p:tags r:id="rId31"/>
            </p:custDataLst>
          </p:nvPr>
        </p:nvSpPr>
        <p:spPr>
          <a:xfrm>
            <a:off x="6075045" y="322008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支出合同</a:t>
            </a:r>
          </a:p>
        </p:txBody>
      </p:sp>
      <p:sp>
        <p:nvSpPr>
          <p:cNvPr id="266" name="流程图: 过程 265"/>
          <p:cNvSpPr/>
          <p:nvPr>
            <p:custDataLst>
              <p:tags r:id="rId32"/>
            </p:custDataLst>
          </p:nvPr>
        </p:nvSpPr>
        <p:spPr>
          <a:xfrm>
            <a:off x="8982075" y="3235325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采购申请</a:t>
            </a:r>
          </a:p>
        </p:txBody>
      </p:sp>
      <p:sp>
        <p:nvSpPr>
          <p:cNvPr id="267" name="流程图: 过程 266"/>
          <p:cNvSpPr/>
          <p:nvPr>
            <p:custDataLst>
              <p:tags r:id="rId33"/>
            </p:custDataLst>
          </p:nvPr>
        </p:nvSpPr>
        <p:spPr>
          <a:xfrm>
            <a:off x="2063750" y="270065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</a:p>
        </p:txBody>
      </p:sp>
      <p:cxnSp>
        <p:nvCxnSpPr>
          <p:cNvPr id="268" name="直接箭头连接符 267"/>
          <p:cNvCxnSpPr>
            <a:stCxn id="171" idx="1"/>
            <a:endCxn id="267" idx="3"/>
          </p:cNvCxnSpPr>
          <p:nvPr>
            <p:custDataLst>
              <p:tags r:id="rId34"/>
            </p:custDataLst>
          </p:nvPr>
        </p:nvCxnSpPr>
        <p:spPr>
          <a:xfrm flipH="1">
            <a:off x="3094355" y="2845435"/>
            <a:ext cx="29464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流程图: 过程 268"/>
          <p:cNvSpPr/>
          <p:nvPr>
            <p:custDataLst>
              <p:tags r:id="rId35"/>
            </p:custDataLst>
          </p:nvPr>
        </p:nvSpPr>
        <p:spPr>
          <a:xfrm>
            <a:off x="3389630" y="323342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收入确认</a:t>
            </a:r>
          </a:p>
        </p:txBody>
      </p:sp>
      <p:sp>
        <p:nvSpPr>
          <p:cNvPr id="270" name="流程图: 过程 269"/>
          <p:cNvSpPr/>
          <p:nvPr>
            <p:custDataLst>
              <p:tags r:id="rId36"/>
            </p:custDataLst>
          </p:nvPr>
        </p:nvSpPr>
        <p:spPr>
          <a:xfrm>
            <a:off x="3385820" y="379603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开票申请</a:t>
            </a:r>
          </a:p>
        </p:txBody>
      </p:sp>
      <p:sp>
        <p:nvSpPr>
          <p:cNvPr id="271" name="流程图: 过程 270"/>
          <p:cNvSpPr/>
          <p:nvPr>
            <p:custDataLst>
              <p:tags r:id="rId37"/>
            </p:custDataLst>
          </p:nvPr>
        </p:nvSpPr>
        <p:spPr>
          <a:xfrm>
            <a:off x="3385820" y="435864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收入发票</a:t>
            </a:r>
          </a:p>
        </p:txBody>
      </p:sp>
      <p:sp>
        <p:nvSpPr>
          <p:cNvPr id="272" name="流程图: 过程 271"/>
          <p:cNvSpPr/>
          <p:nvPr>
            <p:custDataLst>
              <p:tags r:id="rId38"/>
            </p:custDataLst>
          </p:nvPr>
        </p:nvSpPr>
        <p:spPr>
          <a:xfrm>
            <a:off x="3389630" y="49015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收款单</a:t>
            </a:r>
          </a:p>
        </p:txBody>
      </p:sp>
      <p:sp>
        <p:nvSpPr>
          <p:cNvPr id="273" name="流程图: 过程 272"/>
          <p:cNvSpPr/>
          <p:nvPr>
            <p:custDataLst>
              <p:tags r:id="rId39"/>
            </p:custDataLst>
          </p:nvPr>
        </p:nvSpPr>
        <p:spPr>
          <a:xfrm>
            <a:off x="7475855" y="22409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</a:p>
        </p:txBody>
      </p:sp>
      <p:sp>
        <p:nvSpPr>
          <p:cNvPr id="274" name="流程图: 过程 273"/>
          <p:cNvSpPr/>
          <p:nvPr>
            <p:custDataLst>
              <p:tags r:id="rId40"/>
            </p:custDataLst>
          </p:nvPr>
        </p:nvSpPr>
        <p:spPr>
          <a:xfrm>
            <a:off x="4751070" y="322516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</a:p>
        </p:txBody>
      </p:sp>
      <p:cxnSp>
        <p:nvCxnSpPr>
          <p:cNvPr id="275" name="直接箭头连接符 35"/>
          <p:cNvCxnSpPr>
            <a:stCxn id="273" idx="1"/>
            <a:endCxn id="265" idx="0"/>
          </p:cNvCxnSpPr>
          <p:nvPr>
            <p:custDataLst>
              <p:tags r:id="rId41"/>
            </p:custDataLst>
          </p:nvPr>
        </p:nvCxnSpPr>
        <p:spPr>
          <a:xfrm rot="10800000" flipV="1">
            <a:off x="6590665" y="2385695"/>
            <a:ext cx="885190" cy="83439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直接箭头连接符 275"/>
          <p:cNvCxnSpPr>
            <a:stCxn id="265" idx="1"/>
            <a:endCxn id="274" idx="3"/>
          </p:cNvCxnSpPr>
          <p:nvPr>
            <p:custDataLst>
              <p:tags r:id="rId42"/>
            </p:custDataLst>
          </p:nvPr>
        </p:nvCxnSpPr>
        <p:spPr>
          <a:xfrm flipH="1">
            <a:off x="5782310" y="3363595"/>
            <a:ext cx="292735" cy="444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流程图: 过程 276"/>
          <p:cNvSpPr/>
          <p:nvPr>
            <p:custDataLst>
              <p:tags r:id="rId43"/>
            </p:custDataLst>
          </p:nvPr>
        </p:nvSpPr>
        <p:spPr>
          <a:xfrm>
            <a:off x="8982075" y="376809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</a:p>
        </p:txBody>
      </p:sp>
      <p:sp>
        <p:nvSpPr>
          <p:cNvPr id="278" name="流程图: 过程 277"/>
          <p:cNvSpPr/>
          <p:nvPr>
            <p:custDataLst>
              <p:tags r:id="rId44"/>
            </p:custDataLst>
          </p:nvPr>
        </p:nvSpPr>
        <p:spPr>
          <a:xfrm>
            <a:off x="8982075" y="432054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采购入库</a:t>
            </a:r>
          </a:p>
        </p:txBody>
      </p:sp>
      <p:sp>
        <p:nvSpPr>
          <p:cNvPr id="279" name="流程图: 过程 278"/>
          <p:cNvSpPr/>
          <p:nvPr>
            <p:custDataLst>
              <p:tags r:id="rId45"/>
            </p:custDataLst>
          </p:nvPr>
        </p:nvSpPr>
        <p:spPr>
          <a:xfrm>
            <a:off x="8982075" y="4848225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领用出库</a:t>
            </a:r>
          </a:p>
        </p:txBody>
      </p:sp>
      <p:sp>
        <p:nvSpPr>
          <p:cNvPr id="280" name="流程图: 过程 279"/>
          <p:cNvSpPr/>
          <p:nvPr>
            <p:custDataLst>
              <p:tags r:id="rId46"/>
            </p:custDataLst>
          </p:nvPr>
        </p:nvSpPr>
        <p:spPr>
          <a:xfrm>
            <a:off x="8982075" y="538353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领用退库</a:t>
            </a:r>
          </a:p>
        </p:txBody>
      </p:sp>
      <p:sp>
        <p:nvSpPr>
          <p:cNvPr id="281" name="流程图: 过程 280"/>
          <p:cNvSpPr/>
          <p:nvPr>
            <p:custDataLst>
              <p:tags r:id="rId47"/>
            </p:custDataLst>
          </p:nvPr>
        </p:nvSpPr>
        <p:spPr>
          <a:xfrm>
            <a:off x="6068060" y="374840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成本确认</a:t>
            </a:r>
          </a:p>
        </p:txBody>
      </p:sp>
      <p:sp>
        <p:nvSpPr>
          <p:cNvPr id="282" name="流程图: 过程 281"/>
          <p:cNvSpPr/>
          <p:nvPr>
            <p:custDataLst>
              <p:tags r:id="rId48"/>
            </p:custDataLst>
          </p:nvPr>
        </p:nvSpPr>
        <p:spPr>
          <a:xfrm>
            <a:off x="6068060" y="485394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付款申请</a:t>
            </a:r>
          </a:p>
        </p:txBody>
      </p:sp>
      <p:sp>
        <p:nvSpPr>
          <p:cNvPr id="283" name="流程图: 过程 282"/>
          <p:cNvSpPr/>
          <p:nvPr>
            <p:custDataLst>
              <p:tags r:id="rId49"/>
            </p:custDataLst>
          </p:nvPr>
        </p:nvSpPr>
        <p:spPr>
          <a:xfrm>
            <a:off x="6068060" y="538353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付款单</a:t>
            </a:r>
          </a:p>
        </p:txBody>
      </p:sp>
      <p:cxnSp>
        <p:nvCxnSpPr>
          <p:cNvPr id="284" name="直接箭头连接符 283"/>
          <p:cNvCxnSpPr>
            <a:stCxn id="265" idx="2"/>
            <a:endCxn id="281" idx="0"/>
          </p:cNvCxnSpPr>
          <p:nvPr>
            <p:custDataLst>
              <p:tags r:id="rId50"/>
            </p:custDataLst>
          </p:nvPr>
        </p:nvCxnSpPr>
        <p:spPr>
          <a:xfrm flipH="1">
            <a:off x="6583680" y="3507740"/>
            <a:ext cx="6985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直接箭头连接符 284"/>
          <p:cNvCxnSpPr>
            <a:stCxn id="281" idx="2"/>
            <a:endCxn id="314" idx="0"/>
          </p:cNvCxnSpPr>
          <p:nvPr>
            <p:custDataLst>
              <p:tags r:id="rId51"/>
            </p:custDataLst>
          </p:nvPr>
        </p:nvCxnSpPr>
        <p:spPr>
          <a:xfrm>
            <a:off x="6583680" y="4036695"/>
            <a:ext cx="0" cy="24765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直接箭头连接符 285"/>
          <p:cNvCxnSpPr>
            <a:stCxn id="282" idx="2"/>
            <a:endCxn id="283" idx="0"/>
          </p:cNvCxnSpPr>
          <p:nvPr>
            <p:custDataLst>
              <p:tags r:id="rId52"/>
            </p:custDataLst>
          </p:nvPr>
        </p:nvCxnSpPr>
        <p:spPr>
          <a:xfrm>
            <a:off x="6583680" y="5142230"/>
            <a:ext cx="0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286"/>
          <p:cNvCxnSpPr>
            <a:stCxn id="266" idx="2"/>
            <a:endCxn id="277" idx="0"/>
          </p:cNvCxnSpPr>
          <p:nvPr>
            <p:custDataLst>
              <p:tags r:id="rId53"/>
            </p:custDataLst>
          </p:nvPr>
        </p:nvCxnSpPr>
        <p:spPr>
          <a:xfrm>
            <a:off x="9497695" y="3522345"/>
            <a:ext cx="0" cy="24511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/>
          <p:cNvCxnSpPr>
            <a:stCxn id="277" idx="2"/>
            <a:endCxn id="278" idx="0"/>
          </p:cNvCxnSpPr>
          <p:nvPr>
            <p:custDataLst>
              <p:tags r:id="rId54"/>
            </p:custDataLst>
          </p:nvPr>
        </p:nvCxnSpPr>
        <p:spPr>
          <a:xfrm>
            <a:off x="9497695" y="4057015"/>
            <a:ext cx="0" cy="26416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/>
          <p:cNvCxnSpPr>
            <a:stCxn id="278" idx="2"/>
            <a:endCxn id="279" idx="0"/>
          </p:cNvCxnSpPr>
          <p:nvPr>
            <p:custDataLst>
              <p:tags r:id="rId55"/>
            </p:custDataLst>
          </p:nvPr>
        </p:nvCxnSpPr>
        <p:spPr>
          <a:xfrm>
            <a:off x="9497695" y="4609465"/>
            <a:ext cx="0" cy="23876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/>
          <p:cNvCxnSpPr>
            <a:stCxn id="279" idx="2"/>
            <a:endCxn id="280" idx="0"/>
          </p:cNvCxnSpPr>
          <p:nvPr>
            <p:custDataLst>
              <p:tags r:id="rId56"/>
            </p:custDataLst>
          </p:nvPr>
        </p:nvCxnSpPr>
        <p:spPr>
          <a:xfrm>
            <a:off x="9497695" y="5136515"/>
            <a:ext cx="0" cy="24638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35"/>
          <p:cNvCxnSpPr>
            <a:stCxn id="273" idx="3"/>
            <a:endCxn id="266" idx="1"/>
          </p:cNvCxnSpPr>
          <p:nvPr>
            <p:custDataLst>
              <p:tags r:id="rId57"/>
            </p:custDataLst>
          </p:nvPr>
        </p:nvCxnSpPr>
        <p:spPr>
          <a:xfrm>
            <a:off x="8507095" y="2385695"/>
            <a:ext cx="474980" cy="9944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/>
          <p:cNvCxnSpPr>
            <a:stCxn id="171" idx="2"/>
            <a:endCxn id="269" idx="0"/>
          </p:cNvCxnSpPr>
          <p:nvPr>
            <p:custDataLst>
              <p:tags r:id="rId58"/>
            </p:custDataLst>
          </p:nvPr>
        </p:nvCxnSpPr>
        <p:spPr>
          <a:xfrm>
            <a:off x="3905250" y="2988945"/>
            <a:ext cx="0" cy="2438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直接箭头连接符 292"/>
          <p:cNvCxnSpPr>
            <a:stCxn id="269" idx="2"/>
            <a:endCxn id="270" idx="0"/>
          </p:cNvCxnSpPr>
          <p:nvPr>
            <p:custDataLst>
              <p:tags r:id="rId59"/>
            </p:custDataLst>
          </p:nvPr>
        </p:nvCxnSpPr>
        <p:spPr>
          <a:xfrm flipH="1">
            <a:off x="3900805" y="3521710"/>
            <a:ext cx="4445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直接箭头连接符 293"/>
          <p:cNvCxnSpPr>
            <a:stCxn id="270" idx="2"/>
            <a:endCxn id="271" idx="0"/>
          </p:cNvCxnSpPr>
          <p:nvPr>
            <p:custDataLst>
              <p:tags r:id="rId60"/>
            </p:custDataLst>
          </p:nvPr>
        </p:nvCxnSpPr>
        <p:spPr>
          <a:xfrm>
            <a:off x="3900805" y="4084955"/>
            <a:ext cx="0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直接箭头连接符 294"/>
          <p:cNvCxnSpPr>
            <a:stCxn id="271" idx="2"/>
            <a:endCxn id="272" idx="0"/>
          </p:cNvCxnSpPr>
          <p:nvPr>
            <p:custDataLst>
              <p:tags r:id="rId61"/>
            </p:custDataLst>
          </p:nvPr>
        </p:nvCxnSpPr>
        <p:spPr>
          <a:xfrm>
            <a:off x="3901440" y="4646930"/>
            <a:ext cx="3175" cy="2540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流程图: 过程 295"/>
          <p:cNvSpPr/>
          <p:nvPr>
            <p:custDataLst>
              <p:tags r:id="rId62"/>
            </p:custDataLst>
          </p:nvPr>
        </p:nvSpPr>
        <p:spPr>
          <a:xfrm>
            <a:off x="4761230" y="538353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往来付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退款</a:t>
            </a:r>
          </a:p>
        </p:txBody>
      </p:sp>
      <p:sp>
        <p:nvSpPr>
          <p:cNvPr id="297" name="流程图: 过程 296"/>
          <p:cNvSpPr/>
          <p:nvPr>
            <p:custDataLst>
              <p:tags r:id="rId63"/>
            </p:custDataLst>
          </p:nvPr>
        </p:nvSpPr>
        <p:spPr>
          <a:xfrm>
            <a:off x="2054225" y="435864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保证金付款</a:t>
            </a:r>
          </a:p>
        </p:txBody>
      </p:sp>
      <p:sp>
        <p:nvSpPr>
          <p:cNvPr id="298" name="流程图: 过程 297"/>
          <p:cNvSpPr/>
          <p:nvPr>
            <p:custDataLst>
              <p:tags r:id="rId64"/>
            </p:custDataLst>
          </p:nvPr>
        </p:nvSpPr>
        <p:spPr>
          <a:xfrm>
            <a:off x="2058670" y="49015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保证金退回</a:t>
            </a:r>
          </a:p>
        </p:txBody>
      </p:sp>
      <p:cxnSp>
        <p:nvCxnSpPr>
          <p:cNvPr id="299" name="直接箭头连接符 298"/>
          <p:cNvCxnSpPr>
            <a:stCxn id="297" idx="2"/>
            <a:endCxn id="298" idx="0"/>
          </p:cNvCxnSpPr>
          <p:nvPr>
            <p:custDataLst>
              <p:tags r:id="rId65"/>
            </p:custDataLst>
          </p:nvPr>
        </p:nvCxnSpPr>
        <p:spPr>
          <a:xfrm>
            <a:off x="2569845" y="4646930"/>
            <a:ext cx="4445" cy="25463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流程图: 过程 299"/>
          <p:cNvSpPr/>
          <p:nvPr>
            <p:custDataLst>
              <p:tags r:id="rId66"/>
            </p:custDataLst>
          </p:nvPr>
        </p:nvSpPr>
        <p:spPr>
          <a:xfrm>
            <a:off x="4772660" y="432498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保证金收款</a:t>
            </a:r>
          </a:p>
        </p:txBody>
      </p:sp>
      <p:sp>
        <p:nvSpPr>
          <p:cNvPr id="301" name="流程图: 过程 300"/>
          <p:cNvSpPr/>
          <p:nvPr>
            <p:custDataLst>
              <p:tags r:id="rId67"/>
            </p:custDataLst>
          </p:nvPr>
        </p:nvSpPr>
        <p:spPr>
          <a:xfrm>
            <a:off x="4772660" y="487934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保证金退回</a:t>
            </a:r>
          </a:p>
        </p:txBody>
      </p:sp>
      <p:cxnSp>
        <p:nvCxnSpPr>
          <p:cNvPr id="302" name="直接箭头连接符 301"/>
          <p:cNvCxnSpPr>
            <a:stCxn id="300" idx="2"/>
            <a:endCxn id="301" idx="0"/>
          </p:cNvCxnSpPr>
          <p:nvPr>
            <p:custDataLst>
              <p:tags r:id="rId68"/>
            </p:custDataLst>
          </p:nvPr>
        </p:nvCxnSpPr>
        <p:spPr>
          <a:xfrm>
            <a:off x="5288280" y="4612640"/>
            <a:ext cx="0" cy="2667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流程图: 过程 302"/>
          <p:cNvSpPr/>
          <p:nvPr>
            <p:custDataLst>
              <p:tags r:id="rId69"/>
            </p:custDataLst>
          </p:nvPr>
        </p:nvSpPr>
        <p:spPr>
          <a:xfrm>
            <a:off x="7470775" y="538353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费用分摊</a:t>
            </a:r>
          </a:p>
        </p:txBody>
      </p:sp>
      <p:sp>
        <p:nvSpPr>
          <p:cNvPr id="304" name="流程图: 过程 303"/>
          <p:cNvSpPr/>
          <p:nvPr>
            <p:custDataLst>
              <p:tags r:id="rId70"/>
            </p:custDataLst>
          </p:nvPr>
        </p:nvSpPr>
        <p:spPr>
          <a:xfrm>
            <a:off x="2063750" y="53841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往来收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退款</a:t>
            </a:r>
          </a:p>
        </p:txBody>
      </p:sp>
      <p:sp>
        <p:nvSpPr>
          <p:cNvPr id="305" name="文本框 304"/>
          <p:cNvSpPr txBox="1"/>
          <p:nvPr>
            <p:custDataLst>
              <p:tags r:id="rId71"/>
            </p:custDataLst>
          </p:nvPr>
        </p:nvSpPr>
        <p:spPr>
          <a:xfrm>
            <a:off x="7515225" y="2778125"/>
            <a:ext cx="103314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费用管理</a:t>
            </a:r>
          </a:p>
        </p:txBody>
      </p:sp>
      <p:sp>
        <p:nvSpPr>
          <p:cNvPr id="306" name="流程图: 过程 305"/>
          <p:cNvSpPr/>
          <p:nvPr>
            <p:custDataLst>
              <p:tags r:id="rId72"/>
            </p:custDataLst>
          </p:nvPr>
        </p:nvSpPr>
        <p:spPr>
          <a:xfrm>
            <a:off x="7470775" y="375539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借款单</a:t>
            </a:r>
          </a:p>
        </p:txBody>
      </p:sp>
      <p:sp>
        <p:nvSpPr>
          <p:cNvPr id="307" name="流程图: 过程 306"/>
          <p:cNvSpPr/>
          <p:nvPr>
            <p:custDataLst>
              <p:tags r:id="rId73"/>
            </p:custDataLst>
          </p:nvPr>
        </p:nvSpPr>
        <p:spPr>
          <a:xfrm>
            <a:off x="7463155" y="428498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报销单</a:t>
            </a:r>
          </a:p>
        </p:txBody>
      </p:sp>
      <p:sp>
        <p:nvSpPr>
          <p:cNvPr id="308" name="流程图: 过程 307"/>
          <p:cNvSpPr/>
          <p:nvPr>
            <p:custDataLst>
              <p:tags r:id="rId74"/>
            </p:custDataLst>
          </p:nvPr>
        </p:nvSpPr>
        <p:spPr>
          <a:xfrm>
            <a:off x="7464425" y="485394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还款单</a:t>
            </a:r>
          </a:p>
        </p:txBody>
      </p:sp>
      <p:cxnSp>
        <p:nvCxnSpPr>
          <p:cNvPr id="309" name="直接箭头连接符 308"/>
          <p:cNvCxnSpPr>
            <a:stCxn id="306" idx="2"/>
            <a:endCxn id="307" idx="0"/>
          </p:cNvCxnSpPr>
          <p:nvPr>
            <p:custDataLst>
              <p:tags r:id="rId75"/>
            </p:custDataLst>
          </p:nvPr>
        </p:nvCxnSpPr>
        <p:spPr>
          <a:xfrm flipH="1">
            <a:off x="7978775" y="4044315"/>
            <a:ext cx="7620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/>
          <p:cNvCxnSpPr>
            <a:stCxn id="307" idx="2"/>
            <a:endCxn id="308" idx="0"/>
          </p:cNvCxnSpPr>
          <p:nvPr>
            <p:custDataLst>
              <p:tags r:id="rId76"/>
            </p:custDataLst>
          </p:nvPr>
        </p:nvCxnSpPr>
        <p:spPr>
          <a:xfrm>
            <a:off x="7978775" y="4573905"/>
            <a:ext cx="635" cy="28003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直接箭头连接符 310"/>
          <p:cNvCxnSpPr>
            <a:endCxn id="270" idx="1"/>
          </p:cNvCxnSpPr>
          <p:nvPr>
            <p:custDataLst>
              <p:tags r:id="rId77"/>
            </p:custDataLst>
          </p:nvPr>
        </p:nvCxnSpPr>
        <p:spPr>
          <a:xfrm>
            <a:off x="3242310" y="3940175"/>
            <a:ext cx="14287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直接箭头连接符 311"/>
          <p:cNvCxnSpPr/>
          <p:nvPr>
            <p:custDataLst>
              <p:tags r:id="rId78"/>
            </p:custDataLst>
          </p:nvPr>
        </p:nvCxnSpPr>
        <p:spPr>
          <a:xfrm>
            <a:off x="3242310" y="4503420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直接箭头连接符 312"/>
          <p:cNvCxnSpPr/>
          <p:nvPr>
            <p:custDataLst>
              <p:tags r:id="rId79"/>
            </p:custDataLst>
          </p:nvPr>
        </p:nvCxnSpPr>
        <p:spPr>
          <a:xfrm>
            <a:off x="5920105" y="4454525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流程图: 过程 313"/>
          <p:cNvSpPr/>
          <p:nvPr>
            <p:custDataLst>
              <p:tags r:id="rId80"/>
            </p:custDataLst>
          </p:nvPr>
        </p:nvSpPr>
        <p:spPr>
          <a:xfrm>
            <a:off x="6068060" y="428498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成本发票</a:t>
            </a:r>
          </a:p>
        </p:txBody>
      </p:sp>
      <p:cxnSp>
        <p:nvCxnSpPr>
          <p:cNvPr id="315" name="直接箭头连接符 314"/>
          <p:cNvCxnSpPr>
            <a:stCxn id="314" idx="2"/>
          </p:cNvCxnSpPr>
          <p:nvPr>
            <p:custDataLst>
              <p:tags r:id="rId81"/>
            </p:custDataLst>
          </p:nvPr>
        </p:nvCxnSpPr>
        <p:spPr>
          <a:xfrm>
            <a:off x="6583680" y="4573905"/>
            <a:ext cx="6985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/>
          <p:cNvCxnSpPr/>
          <p:nvPr>
            <p:custDataLst>
              <p:tags r:id="rId82"/>
            </p:custDataLst>
          </p:nvPr>
        </p:nvCxnSpPr>
        <p:spPr>
          <a:xfrm>
            <a:off x="5920105" y="4992370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肘形连接符 316"/>
          <p:cNvCxnSpPr>
            <a:endCxn id="283" idx="1"/>
          </p:cNvCxnSpPr>
          <p:nvPr>
            <p:custDataLst>
              <p:tags r:id="rId83"/>
            </p:custDataLst>
          </p:nvPr>
        </p:nvCxnSpPr>
        <p:spPr>
          <a:xfrm rot="5400000" flipV="1">
            <a:off x="4999355" y="4459605"/>
            <a:ext cx="1948180" cy="18796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>
            <p:custDataLst>
              <p:tags r:id="rId84"/>
            </p:custDataLst>
          </p:nvPr>
        </p:nvCxnSpPr>
        <p:spPr>
          <a:xfrm>
            <a:off x="5878830" y="3579495"/>
            <a:ext cx="72072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矩形 319"/>
          <p:cNvSpPr/>
          <p:nvPr>
            <p:custDataLst>
              <p:tags r:id="rId85"/>
            </p:custDataLst>
          </p:nvPr>
        </p:nvSpPr>
        <p:spPr>
          <a:xfrm>
            <a:off x="476250" y="2148205"/>
            <a:ext cx="1339215" cy="365252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21" name="文本框 320"/>
          <p:cNvSpPr txBox="1"/>
          <p:nvPr>
            <p:custDataLst>
              <p:tags r:id="rId86"/>
            </p:custDataLst>
          </p:nvPr>
        </p:nvSpPr>
        <p:spPr>
          <a:xfrm>
            <a:off x="629285" y="2277110"/>
            <a:ext cx="1032510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计划管理</a:t>
            </a:r>
          </a:p>
        </p:txBody>
      </p:sp>
      <p:cxnSp>
        <p:nvCxnSpPr>
          <p:cNvPr id="331" name="直接箭头连接符 91"/>
          <p:cNvCxnSpPr/>
          <p:nvPr>
            <p:custDataLst>
              <p:tags r:id="rId87"/>
            </p:custDataLst>
          </p:nvPr>
        </p:nvCxnSpPr>
        <p:spPr>
          <a:xfrm rot="5400000">
            <a:off x="2618740" y="3759835"/>
            <a:ext cx="2056765" cy="515620"/>
          </a:xfrm>
          <a:prstGeom prst="bentConnector4">
            <a:avLst>
              <a:gd name="adj1" fmla="val 4176"/>
              <a:gd name="adj2" fmla="val 13333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矩形 332"/>
          <p:cNvSpPr/>
          <p:nvPr>
            <p:custDataLst>
              <p:tags r:id="rId88"/>
            </p:custDataLst>
          </p:nvPr>
        </p:nvSpPr>
        <p:spPr>
          <a:xfrm>
            <a:off x="10356215" y="2164080"/>
            <a:ext cx="1339215" cy="365252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34" name="文本框 333"/>
          <p:cNvSpPr txBox="1"/>
          <p:nvPr>
            <p:custDataLst>
              <p:tags r:id="rId89"/>
            </p:custDataLst>
          </p:nvPr>
        </p:nvSpPr>
        <p:spPr>
          <a:xfrm>
            <a:off x="10510520" y="2292985"/>
            <a:ext cx="103568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全面应用</a:t>
            </a:r>
          </a:p>
        </p:txBody>
      </p:sp>
      <p:sp>
        <p:nvSpPr>
          <p:cNvPr id="335" name="流程图: 过程 334"/>
          <p:cNvSpPr/>
          <p:nvPr>
            <p:custDataLst>
              <p:tags r:id="rId90"/>
            </p:custDataLst>
          </p:nvPr>
        </p:nvSpPr>
        <p:spPr>
          <a:xfrm>
            <a:off x="10510520" y="272605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投标管理</a:t>
            </a:r>
          </a:p>
        </p:txBody>
      </p:sp>
      <p:sp>
        <p:nvSpPr>
          <p:cNvPr id="336" name="流程图: 过程 335"/>
          <p:cNvSpPr/>
          <p:nvPr>
            <p:custDataLst>
              <p:tags r:id="rId91"/>
            </p:custDataLst>
          </p:nvPr>
        </p:nvSpPr>
        <p:spPr>
          <a:xfrm>
            <a:off x="10510520" y="310642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证照管理</a:t>
            </a:r>
          </a:p>
        </p:txBody>
      </p:sp>
      <p:sp>
        <p:nvSpPr>
          <p:cNvPr id="337" name="流程图: 过程 336"/>
          <p:cNvSpPr/>
          <p:nvPr>
            <p:custDataLst>
              <p:tags r:id="rId92"/>
            </p:custDataLst>
          </p:nvPr>
        </p:nvSpPr>
        <p:spPr>
          <a:xfrm>
            <a:off x="10510520" y="386651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质量安全</a:t>
            </a:r>
          </a:p>
        </p:txBody>
      </p:sp>
      <p:sp>
        <p:nvSpPr>
          <p:cNvPr id="338" name="流程图: 过程 337"/>
          <p:cNvSpPr/>
          <p:nvPr>
            <p:custDataLst>
              <p:tags r:id="rId93"/>
            </p:custDataLst>
          </p:nvPr>
        </p:nvSpPr>
        <p:spPr>
          <a:xfrm>
            <a:off x="10510520" y="462597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工资管理</a:t>
            </a:r>
          </a:p>
        </p:txBody>
      </p:sp>
      <p:sp>
        <p:nvSpPr>
          <p:cNvPr id="339" name="流程图: 过程 338"/>
          <p:cNvSpPr/>
          <p:nvPr>
            <p:custDataLst>
              <p:tags r:id="rId94"/>
            </p:custDataLst>
          </p:nvPr>
        </p:nvSpPr>
        <p:spPr>
          <a:xfrm>
            <a:off x="10510520" y="538607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钉钉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企微集成</a:t>
            </a:r>
            <a:endParaRPr lang="en-US" altLang="zh-CN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0" name="流程图: 过程 339"/>
          <p:cNvSpPr/>
          <p:nvPr>
            <p:custDataLst>
              <p:tags r:id="rId95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96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97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98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44" name="流程图: 过程 343"/>
          <p:cNvSpPr/>
          <p:nvPr>
            <p:custDataLst>
              <p:tags r:id="rId99"/>
            </p:custDataLst>
          </p:nvPr>
        </p:nvSpPr>
        <p:spPr>
          <a:xfrm>
            <a:off x="10510520" y="500634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售后服务</a:t>
            </a:r>
          </a:p>
        </p:txBody>
      </p:sp>
      <p:sp>
        <p:nvSpPr>
          <p:cNvPr id="345" name="流程图: 过程 344"/>
          <p:cNvSpPr/>
          <p:nvPr>
            <p:custDataLst>
              <p:tags r:id="rId100"/>
            </p:custDataLst>
          </p:nvPr>
        </p:nvSpPr>
        <p:spPr>
          <a:xfrm>
            <a:off x="10510520" y="3486150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施工管理</a:t>
            </a:r>
          </a:p>
        </p:txBody>
      </p:sp>
      <p:sp>
        <p:nvSpPr>
          <p:cNvPr id="346" name="流程图: 过程 345"/>
          <p:cNvSpPr/>
          <p:nvPr>
            <p:custDataLst>
              <p:tags r:id="rId101"/>
            </p:custDataLst>
          </p:nvPr>
        </p:nvSpPr>
        <p:spPr>
          <a:xfrm>
            <a:off x="10510520" y="4246245"/>
            <a:ext cx="1031240" cy="288925"/>
          </a:xfrm>
          <a:prstGeom prst="flowChartProcess">
            <a:avLst/>
          </a:prstGeom>
          <a:solidFill>
            <a:srgbClr val="A06EFF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人事管理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7" name="文本框 346"/>
          <p:cNvSpPr txBox="1"/>
          <p:nvPr>
            <p:custDataLst>
              <p:tags r:id="rId102"/>
            </p:custDataLst>
          </p:nvPr>
        </p:nvSpPr>
        <p:spPr>
          <a:xfrm>
            <a:off x="5427345" y="2240915"/>
            <a:ext cx="100901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预算管理</a:t>
            </a:r>
          </a:p>
        </p:txBody>
      </p:sp>
      <p:sp>
        <p:nvSpPr>
          <p:cNvPr id="348" name="流程图: 过程 347"/>
          <p:cNvSpPr/>
          <p:nvPr>
            <p:custDataLst>
              <p:tags r:id="rId103"/>
            </p:custDataLst>
          </p:nvPr>
        </p:nvSpPr>
        <p:spPr>
          <a:xfrm>
            <a:off x="9049385" y="22409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预算调整</a:t>
            </a:r>
          </a:p>
        </p:txBody>
      </p:sp>
      <p:cxnSp>
        <p:nvCxnSpPr>
          <p:cNvPr id="349" name="直接箭头连接符 35"/>
          <p:cNvCxnSpPr>
            <a:stCxn id="273" idx="3"/>
            <a:endCxn id="348" idx="1"/>
          </p:cNvCxnSpPr>
          <p:nvPr>
            <p:custDataLst>
              <p:tags r:id="rId104"/>
            </p:custDataLst>
          </p:nvPr>
        </p:nvCxnSpPr>
        <p:spPr>
          <a:xfrm>
            <a:off x="8507095" y="2385695"/>
            <a:ext cx="54229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肘形连接符 355"/>
          <p:cNvCxnSpPr>
            <a:stCxn id="273" idx="2"/>
            <a:endCxn id="307" idx="1"/>
          </p:cNvCxnSpPr>
          <p:nvPr/>
        </p:nvCxnSpPr>
        <p:spPr>
          <a:xfrm rot="5400000">
            <a:off x="6777355" y="3215640"/>
            <a:ext cx="1899920" cy="528320"/>
          </a:xfrm>
          <a:prstGeom prst="bentConnector4">
            <a:avLst>
              <a:gd name="adj1" fmla="val 8121"/>
              <a:gd name="adj2" fmla="val 13521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组合 110"/>
          <p:cNvGrpSpPr/>
          <p:nvPr/>
        </p:nvGrpSpPr>
        <p:grpSpPr>
          <a:xfrm>
            <a:off x="629920" y="2710180"/>
            <a:ext cx="1031240" cy="2969260"/>
            <a:chOff x="992" y="4268"/>
            <a:chExt cx="1624" cy="4676"/>
          </a:xfrm>
        </p:grpSpPr>
        <p:sp>
          <p:nvSpPr>
            <p:cNvPr id="112" name="流程图: 过程 111"/>
            <p:cNvSpPr/>
            <p:nvPr>
              <p:custDataLst>
                <p:tags r:id="rId105"/>
              </p:custDataLst>
            </p:nvPr>
          </p:nvSpPr>
          <p:spPr>
            <a:xfrm>
              <a:off x="992" y="426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项目档案</a:t>
              </a:r>
            </a:p>
          </p:txBody>
        </p:sp>
        <p:sp>
          <p:nvSpPr>
            <p:cNvPr id="113" name="流程图: 过程 112"/>
            <p:cNvSpPr/>
            <p:nvPr>
              <p:custDataLst>
                <p:tags r:id="rId106"/>
              </p:custDataLst>
            </p:nvPr>
          </p:nvSpPr>
          <p:spPr>
            <a:xfrm>
              <a:off x="992" y="506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</a:p>
          </p:txBody>
        </p:sp>
        <p:sp>
          <p:nvSpPr>
            <p:cNvPr id="114" name="流程图: 过程 113"/>
            <p:cNvSpPr/>
            <p:nvPr>
              <p:custDataLst>
                <p:tags r:id="rId107"/>
              </p:custDataLst>
            </p:nvPr>
          </p:nvSpPr>
          <p:spPr>
            <a:xfrm>
              <a:off x="992" y="590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我的任务</a:t>
              </a:r>
            </a:p>
          </p:txBody>
        </p:sp>
        <p:sp>
          <p:nvSpPr>
            <p:cNvPr id="115" name="流程图: 过程 114"/>
            <p:cNvSpPr/>
            <p:nvPr>
              <p:custDataLst>
                <p:tags r:id="rId108"/>
              </p:custDataLst>
            </p:nvPr>
          </p:nvSpPr>
          <p:spPr>
            <a:xfrm>
              <a:off x="992" y="6766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进度填报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流程图: 过程 115"/>
            <p:cNvSpPr/>
            <p:nvPr>
              <p:custDataLst>
                <p:tags r:id="rId109"/>
              </p:custDataLst>
            </p:nvPr>
          </p:nvSpPr>
          <p:spPr>
            <a:xfrm>
              <a:off x="992" y="762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工时填报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7" name="直接箭头连接符 116"/>
            <p:cNvCxnSpPr>
              <a:stCxn id="112" idx="2"/>
              <a:endCxn id="113" idx="0"/>
            </p:cNvCxnSpPr>
            <p:nvPr>
              <p:custDataLst>
                <p:tags r:id="rId110"/>
              </p:custDataLst>
            </p:nvPr>
          </p:nvCxnSpPr>
          <p:spPr>
            <a:xfrm>
              <a:off x="1801" y="4714"/>
              <a:ext cx="6" cy="35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/>
            <p:cNvCxnSpPr>
              <a:stCxn id="113" idx="2"/>
              <a:endCxn id="114" idx="0"/>
            </p:cNvCxnSpPr>
            <p:nvPr>
              <p:custDataLst>
                <p:tags r:id="rId111"/>
              </p:custDataLst>
            </p:nvPr>
          </p:nvCxnSpPr>
          <p:spPr>
            <a:xfrm>
              <a:off x="1805" y="5510"/>
              <a:ext cx="0" cy="403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>
              <a:stCxn id="114" idx="2"/>
              <a:endCxn id="115" idx="0"/>
            </p:cNvCxnSpPr>
            <p:nvPr>
              <p:custDataLst>
                <p:tags r:id="rId112"/>
              </p:custDataLst>
            </p:nvPr>
          </p:nvCxnSpPr>
          <p:spPr>
            <a:xfrm flipH="1">
              <a:off x="1801" y="6350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/>
            <p:nvPr>
              <p:custDataLst>
                <p:tags r:id="rId113"/>
              </p:custDataLst>
            </p:nvPr>
          </p:nvCxnSpPr>
          <p:spPr>
            <a:xfrm flipH="1">
              <a:off x="1801" y="7212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流程图: 过程 120"/>
            <p:cNvSpPr/>
            <p:nvPr>
              <p:custDataLst>
                <p:tags r:id="rId114"/>
              </p:custDataLst>
            </p:nvPr>
          </p:nvSpPr>
          <p:spPr>
            <a:xfrm>
              <a:off x="992" y="8490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状态变更</a:t>
              </a:r>
            </a:p>
          </p:txBody>
        </p:sp>
        <p:cxnSp>
          <p:nvCxnSpPr>
            <p:cNvPr id="122" name="直接箭头连接符 121"/>
            <p:cNvCxnSpPr/>
            <p:nvPr>
              <p:custDataLst>
                <p:tags r:id="rId115"/>
              </p:custDataLst>
            </p:nvPr>
          </p:nvCxnSpPr>
          <p:spPr>
            <a:xfrm flipH="1">
              <a:off x="1807" y="8074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业务流程图：设备安装</a:t>
            </a:r>
            <a:r>
              <a:rPr lang="en-US" altLang="zh-CN" sz="2800" dirty="0">
                <a:sym typeface="+mn-ea"/>
              </a:rPr>
              <a:t>/</a:t>
            </a:r>
            <a:r>
              <a:rPr lang="zh-CN" altLang="en-US" sz="2800" dirty="0">
                <a:sym typeface="+mn-ea"/>
              </a:rPr>
              <a:t>售后服务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64528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大型机械设备（电力设备、环保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节能设备）、电梯、空调等。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9" name="圆角矩形 358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矩形 352"/>
          <p:cNvSpPr/>
          <p:nvPr>
            <p:custDataLst>
              <p:tags r:id="rId2"/>
            </p:custDataLst>
          </p:nvPr>
        </p:nvSpPr>
        <p:spPr>
          <a:xfrm flipV="1">
            <a:off x="4681855" y="2147570"/>
            <a:ext cx="5558790" cy="460375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49" name="矩形 148"/>
          <p:cNvSpPr/>
          <p:nvPr>
            <p:custDataLst>
              <p:tags r:id="rId3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4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5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6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7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8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9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10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1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8" name="箭头: 下 88"/>
          <p:cNvSpPr/>
          <p:nvPr>
            <p:custDataLst>
              <p:tags r:id="rId12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3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4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5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6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7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8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9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20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21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2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169" name="矩形 168"/>
          <p:cNvSpPr/>
          <p:nvPr>
            <p:custDataLst>
              <p:tags r:id="rId23"/>
            </p:custDataLst>
          </p:nvPr>
        </p:nvSpPr>
        <p:spPr>
          <a:xfrm>
            <a:off x="7339330" y="2651125"/>
            <a:ext cx="1338580" cy="31496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70" name="矩形 169"/>
          <p:cNvSpPr/>
          <p:nvPr>
            <p:custDataLst>
              <p:tags r:id="rId24"/>
            </p:custDataLst>
          </p:nvPr>
        </p:nvSpPr>
        <p:spPr>
          <a:xfrm>
            <a:off x="1931035" y="2148205"/>
            <a:ext cx="2633980" cy="3652520"/>
          </a:xfrm>
          <a:prstGeom prst="rect">
            <a:avLst/>
          </a:prstGeom>
          <a:solidFill>
            <a:srgbClr val="E7F1FF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流程图: 过程 170"/>
          <p:cNvSpPr/>
          <p:nvPr>
            <p:custDataLst>
              <p:tags r:id="rId25"/>
            </p:custDataLst>
          </p:nvPr>
        </p:nvSpPr>
        <p:spPr>
          <a:xfrm>
            <a:off x="3389630" y="270065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收入合同</a:t>
            </a:r>
          </a:p>
        </p:txBody>
      </p:sp>
      <p:sp>
        <p:nvSpPr>
          <p:cNvPr id="172" name="矩形 171"/>
          <p:cNvSpPr/>
          <p:nvPr>
            <p:custDataLst>
              <p:tags r:id="rId26"/>
            </p:custDataLst>
          </p:nvPr>
        </p:nvSpPr>
        <p:spPr>
          <a:xfrm>
            <a:off x="4681220" y="2651125"/>
            <a:ext cx="2541270" cy="31496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73" name="矩形 172"/>
          <p:cNvSpPr/>
          <p:nvPr>
            <p:custDataLst>
              <p:tags r:id="rId27"/>
            </p:custDataLst>
          </p:nvPr>
        </p:nvSpPr>
        <p:spPr>
          <a:xfrm>
            <a:off x="8793480" y="2651125"/>
            <a:ext cx="1446530" cy="3165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34" name="文本框 233"/>
          <p:cNvSpPr txBox="1"/>
          <p:nvPr>
            <p:custDataLst>
              <p:tags r:id="rId28"/>
            </p:custDataLst>
          </p:nvPr>
        </p:nvSpPr>
        <p:spPr>
          <a:xfrm>
            <a:off x="2792730" y="2277110"/>
            <a:ext cx="105092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收入管理</a:t>
            </a:r>
          </a:p>
        </p:txBody>
      </p:sp>
      <p:sp>
        <p:nvSpPr>
          <p:cNvPr id="251" name="文本框 250"/>
          <p:cNvSpPr txBox="1"/>
          <p:nvPr>
            <p:custDataLst>
              <p:tags r:id="rId29"/>
            </p:custDataLst>
          </p:nvPr>
        </p:nvSpPr>
        <p:spPr>
          <a:xfrm>
            <a:off x="5434330" y="2778125"/>
            <a:ext cx="1009015" cy="3067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支出管理</a:t>
            </a:r>
          </a:p>
        </p:txBody>
      </p:sp>
      <p:sp>
        <p:nvSpPr>
          <p:cNvPr id="252" name="文本框 251"/>
          <p:cNvSpPr txBox="1"/>
          <p:nvPr>
            <p:custDataLst>
              <p:tags r:id="rId30"/>
            </p:custDataLst>
          </p:nvPr>
        </p:nvSpPr>
        <p:spPr>
          <a:xfrm>
            <a:off x="8994775" y="2778125"/>
            <a:ext cx="1017905" cy="2882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项目物资</a:t>
            </a:r>
          </a:p>
        </p:txBody>
      </p:sp>
      <p:sp>
        <p:nvSpPr>
          <p:cNvPr id="265" name="流程图: 过程 264"/>
          <p:cNvSpPr/>
          <p:nvPr>
            <p:custDataLst>
              <p:tags r:id="rId31"/>
            </p:custDataLst>
          </p:nvPr>
        </p:nvSpPr>
        <p:spPr>
          <a:xfrm>
            <a:off x="6075045" y="322008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支出合同</a:t>
            </a:r>
          </a:p>
        </p:txBody>
      </p:sp>
      <p:sp>
        <p:nvSpPr>
          <p:cNvPr id="266" name="流程图: 过程 265"/>
          <p:cNvSpPr/>
          <p:nvPr>
            <p:custDataLst>
              <p:tags r:id="rId32"/>
            </p:custDataLst>
          </p:nvPr>
        </p:nvSpPr>
        <p:spPr>
          <a:xfrm>
            <a:off x="8982075" y="3235325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采购申请</a:t>
            </a:r>
          </a:p>
        </p:txBody>
      </p:sp>
      <p:sp>
        <p:nvSpPr>
          <p:cNvPr id="267" name="流程图: 过程 266"/>
          <p:cNvSpPr/>
          <p:nvPr>
            <p:custDataLst>
              <p:tags r:id="rId33"/>
            </p:custDataLst>
          </p:nvPr>
        </p:nvSpPr>
        <p:spPr>
          <a:xfrm>
            <a:off x="2063750" y="270065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</a:p>
        </p:txBody>
      </p:sp>
      <p:cxnSp>
        <p:nvCxnSpPr>
          <p:cNvPr id="268" name="直接箭头连接符 267"/>
          <p:cNvCxnSpPr>
            <a:stCxn id="171" idx="1"/>
            <a:endCxn id="267" idx="3"/>
          </p:cNvCxnSpPr>
          <p:nvPr>
            <p:custDataLst>
              <p:tags r:id="rId34"/>
            </p:custDataLst>
          </p:nvPr>
        </p:nvCxnSpPr>
        <p:spPr>
          <a:xfrm flipH="1">
            <a:off x="3094355" y="2845435"/>
            <a:ext cx="29464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流程图: 过程 268"/>
          <p:cNvSpPr/>
          <p:nvPr>
            <p:custDataLst>
              <p:tags r:id="rId35"/>
            </p:custDataLst>
          </p:nvPr>
        </p:nvSpPr>
        <p:spPr>
          <a:xfrm>
            <a:off x="3389630" y="323342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收入确认</a:t>
            </a:r>
          </a:p>
        </p:txBody>
      </p:sp>
      <p:sp>
        <p:nvSpPr>
          <p:cNvPr id="270" name="流程图: 过程 269"/>
          <p:cNvSpPr/>
          <p:nvPr>
            <p:custDataLst>
              <p:tags r:id="rId36"/>
            </p:custDataLst>
          </p:nvPr>
        </p:nvSpPr>
        <p:spPr>
          <a:xfrm>
            <a:off x="3385820" y="379603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开票申请</a:t>
            </a:r>
          </a:p>
        </p:txBody>
      </p:sp>
      <p:sp>
        <p:nvSpPr>
          <p:cNvPr id="271" name="流程图: 过程 270"/>
          <p:cNvSpPr/>
          <p:nvPr>
            <p:custDataLst>
              <p:tags r:id="rId37"/>
            </p:custDataLst>
          </p:nvPr>
        </p:nvSpPr>
        <p:spPr>
          <a:xfrm>
            <a:off x="3385820" y="435864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收入发票</a:t>
            </a:r>
          </a:p>
        </p:txBody>
      </p:sp>
      <p:sp>
        <p:nvSpPr>
          <p:cNvPr id="272" name="流程图: 过程 271"/>
          <p:cNvSpPr/>
          <p:nvPr>
            <p:custDataLst>
              <p:tags r:id="rId38"/>
            </p:custDataLst>
          </p:nvPr>
        </p:nvSpPr>
        <p:spPr>
          <a:xfrm>
            <a:off x="3389630" y="49015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收款单</a:t>
            </a:r>
          </a:p>
        </p:txBody>
      </p:sp>
      <p:sp>
        <p:nvSpPr>
          <p:cNvPr id="273" name="流程图: 过程 272"/>
          <p:cNvSpPr/>
          <p:nvPr>
            <p:custDataLst>
              <p:tags r:id="rId39"/>
            </p:custDataLst>
          </p:nvPr>
        </p:nvSpPr>
        <p:spPr>
          <a:xfrm>
            <a:off x="7475855" y="22409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</a:p>
        </p:txBody>
      </p:sp>
      <p:sp>
        <p:nvSpPr>
          <p:cNvPr id="274" name="流程图: 过程 273"/>
          <p:cNvSpPr/>
          <p:nvPr>
            <p:custDataLst>
              <p:tags r:id="rId40"/>
            </p:custDataLst>
          </p:nvPr>
        </p:nvSpPr>
        <p:spPr>
          <a:xfrm>
            <a:off x="4751070" y="322516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合同变更</a:t>
            </a:r>
          </a:p>
        </p:txBody>
      </p:sp>
      <p:cxnSp>
        <p:nvCxnSpPr>
          <p:cNvPr id="275" name="直接箭头连接符 35"/>
          <p:cNvCxnSpPr>
            <a:stCxn id="273" idx="1"/>
            <a:endCxn id="265" idx="0"/>
          </p:cNvCxnSpPr>
          <p:nvPr>
            <p:custDataLst>
              <p:tags r:id="rId41"/>
            </p:custDataLst>
          </p:nvPr>
        </p:nvCxnSpPr>
        <p:spPr>
          <a:xfrm rot="10800000" flipV="1">
            <a:off x="6590665" y="2385695"/>
            <a:ext cx="885190" cy="83439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直接箭头连接符 275"/>
          <p:cNvCxnSpPr>
            <a:stCxn id="265" idx="1"/>
            <a:endCxn id="274" idx="3"/>
          </p:cNvCxnSpPr>
          <p:nvPr>
            <p:custDataLst>
              <p:tags r:id="rId42"/>
            </p:custDataLst>
          </p:nvPr>
        </p:nvCxnSpPr>
        <p:spPr>
          <a:xfrm flipH="1">
            <a:off x="5782310" y="3363595"/>
            <a:ext cx="292735" cy="444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流程图: 过程 276"/>
          <p:cNvSpPr/>
          <p:nvPr>
            <p:custDataLst>
              <p:tags r:id="rId43"/>
            </p:custDataLst>
          </p:nvPr>
        </p:nvSpPr>
        <p:spPr>
          <a:xfrm>
            <a:off x="8982075" y="376809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采购订单</a:t>
            </a:r>
          </a:p>
        </p:txBody>
      </p:sp>
      <p:sp>
        <p:nvSpPr>
          <p:cNvPr id="278" name="流程图: 过程 277"/>
          <p:cNvSpPr/>
          <p:nvPr>
            <p:custDataLst>
              <p:tags r:id="rId44"/>
            </p:custDataLst>
          </p:nvPr>
        </p:nvSpPr>
        <p:spPr>
          <a:xfrm>
            <a:off x="8982075" y="432054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采购入库</a:t>
            </a:r>
          </a:p>
        </p:txBody>
      </p:sp>
      <p:sp>
        <p:nvSpPr>
          <p:cNvPr id="279" name="流程图: 过程 278"/>
          <p:cNvSpPr/>
          <p:nvPr>
            <p:custDataLst>
              <p:tags r:id="rId45"/>
            </p:custDataLst>
          </p:nvPr>
        </p:nvSpPr>
        <p:spPr>
          <a:xfrm>
            <a:off x="8982075" y="4848225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领用出库</a:t>
            </a:r>
          </a:p>
        </p:txBody>
      </p:sp>
      <p:sp>
        <p:nvSpPr>
          <p:cNvPr id="280" name="流程图: 过程 279"/>
          <p:cNvSpPr/>
          <p:nvPr>
            <p:custDataLst>
              <p:tags r:id="rId46"/>
            </p:custDataLst>
          </p:nvPr>
        </p:nvSpPr>
        <p:spPr>
          <a:xfrm>
            <a:off x="8982075" y="5383530"/>
            <a:ext cx="1031240" cy="288925"/>
          </a:xfrm>
          <a:prstGeom prst="flowChartProcess">
            <a:avLst/>
          </a:prstGeom>
          <a:solidFill>
            <a:schemeClr val="bg2">
              <a:lumMod val="50000"/>
            </a:schemeClr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领用退库</a:t>
            </a:r>
          </a:p>
        </p:txBody>
      </p:sp>
      <p:sp>
        <p:nvSpPr>
          <p:cNvPr id="281" name="流程图: 过程 280"/>
          <p:cNvSpPr/>
          <p:nvPr>
            <p:custDataLst>
              <p:tags r:id="rId47"/>
            </p:custDataLst>
          </p:nvPr>
        </p:nvSpPr>
        <p:spPr>
          <a:xfrm>
            <a:off x="6068060" y="374840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成本确认</a:t>
            </a:r>
          </a:p>
        </p:txBody>
      </p:sp>
      <p:sp>
        <p:nvSpPr>
          <p:cNvPr id="282" name="流程图: 过程 281"/>
          <p:cNvSpPr/>
          <p:nvPr>
            <p:custDataLst>
              <p:tags r:id="rId48"/>
            </p:custDataLst>
          </p:nvPr>
        </p:nvSpPr>
        <p:spPr>
          <a:xfrm>
            <a:off x="6068060" y="485394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付款申请</a:t>
            </a:r>
          </a:p>
        </p:txBody>
      </p:sp>
      <p:sp>
        <p:nvSpPr>
          <p:cNvPr id="283" name="流程图: 过程 282"/>
          <p:cNvSpPr/>
          <p:nvPr>
            <p:custDataLst>
              <p:tags r:id="rId49"/>
            </p:custDataLst>
          </p:nvPr>
        </p:nvSpPr>
        <p:spPr>
          <a:xfrm>
            <a:off x="6068060" y="538353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付款单</a:t>
            </a:r>
          </a:p>
        </p:txBody>
      </p:sp>
      <p:cxnSp>
        <p:nvCxnSpPr>
          <p:cNvPr id="284" name="直接箭头连接符 283"/>
          <p:cNvCxnSpPr>
            <a:stCxn id="265" idx="2"/>
            <a:endCxn id="281" idx="0"/>
          </p:cNvCxnSpPr>
          <p:nvPr>
            <p:custDataLst>
              <p:tags r:id="rId50"/>
            </p:custDataLst>
          </p:nvPr>
        </p:nvCxnSpPr>
        <p:spPr>
          <a:xfrm flipH="1">
            <a:off x="6583680" y="3507740"/>
            <a:ext cx="6985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直接箭头连接符 284"/>
          <p:cNvCxnSpPr>
            <a:stCxn id="281" idx="2"/>
            <a:endCxn id="314" idx="0"/>
          </p:cNvCxnSpPr>
          <p:nvPr>
            <p:custDataLst>
              <p:tags r:id="rId51"/>
            </p:custDataLst>
          </p:nvPr>
        </p:nvCxnSpPr>
        <p:spPr>
          <a:xfrm>
            <a:off x="6583680" y="4036695"/>
            <a:ext cx="0" cy="24765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直接箭头连接符 285"/>
          <p:cNvCxnSpPr>
            <a:stCxn id="282" idx="2"/>
            <a:endCxn id="283" idx="0"/>
          </p:cNvCxnSpPr>
          <p:nvPr>
            <p:custDataLst>
              <p:tags r:id="rId52"/>
            </p:custDataLst>
          </p:nvPr>
        </p:nvCxnSpPr>
        <p:spPr>
          <a:xfrm>
            <a:off x="6583680" y="5142230"/>
            <a:ext cx="0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286"/>
          <p:cNvCxnSpPr>
            <a:stCxn id="266" idx="2"/>
            <a:endCxn id="277" idx="0"/>
          </p:cNvCxnSpPr>
          <p:nvPr>
            <p:custDataLst>
              <p:tags r:id="rId53"/>
            </p:custDataLst>
          </p:nvPr>
        </p:nvCxnSpPr>
        <p:spPr>
          <a:xfrm>
            <a:off x="9497695" y="3522345"/>
            <a:ext cx="0" cy="24511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/>
          <p:cNvCxnSpPr>
            <a:stCxn id="277" idx="2"/>
            <a:endCxn id="278" idx="0"/>
          </p:cNvCxnSpPr>
          <p:nvPr>
            <p:custDataLst>
              <p:tags r:id="rId54"/>
            </p:custDataLst>
          </p:nvPr>
        </p:nvCxnSpPr>
        <p:spPr>
          <a:xfrm>
            <a:off x="9497695" y="4057015"/>
            <a:ext cx="0" cy="26416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/>
          <p:cNvCxnSpPr>
            <a:stCxn id="278" idx="2"/>
            <a:endCxn id="279" idx="0"/>
          </p:cNvCxnSpPr>
          <p:nvPr>
            <p:custDataLst>
              <p:tags r:id="rId55"/>
            </p:custDataLst>
          </p:nvPr>
        </p:nvCxnSpPr>
        <p:spPr>
          <a:xfrm>
            <a:off x="9497695" y="4609465"/>
            <a:ext cx="0" cy="23876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/>
          <p:cNvCxnSpPr>
            <a:stCxn id="279" idx="2"/>
            <a:endCxn id="280" idx="0"/>
          </p:cNvCxnSpPr>
          <p:nvPr>
            <p:custDataLst>
              <p:tags r:id="rId56"/>
            </p:custDataLst>
          </p:nvPr>
        </p:nvCxnSpPr>
        <p:spPr>
          <a:xfrm>
            <a:off x="9497695" y="5136515"/>
            <a:ext cx="0" cy="24638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35"/>
          <p:cNvCxnSpPr>
            <a:stCxn id="273" idx="3"/>
            <a:endCxn id="266" idx="1"/>
          </p:cNvCxnSpPr>
          <p:nvPr>
            <p:custDataLst>
              <p:tags r:id="rId57"/>
            </p:custDataLst>
          </p:nvPr>
        </p:nvCxnSpPr>
        <p:spPr>
          <a:xfrm>
            <a:off x="8507095" y="2385695"/>
            <a:ext cx="474980" cy="9944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/>
          <p:cNvCxnSpPr>
            <a:stCxn id="171" idx="2"/>
            <a:endCxn id="269" idx="0"/>
          </p:cNvCxnSpPr>
          <p:nvPr>
            <p:custDataLst>
              <p:tags r:id="rId58"/>
            </p:custDataLst>
          </p:nvPr>
        </p:nvCxnSpPr>
        <p:spPr>
          <a:xfrm>
            <a:off x="3905250" y="2988945"/>
            <a:ext cx="0" cy="2438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直接箭头连接符 292"/>
          <p:cNvCxnSpPr>
            <a:stCxn id="269" idx="2"/>
            <a:endCxn id="270" idx="0"/>
          </p:cNvCxnSpPr>
          <p:nvPr>
            <p:custDataLst>
              <p:tags r:id="rId59"/>
            </p:custDataLst>
          </p:nvPr>
        </p:nvCxnSpPr>
        <p:spPr>
          <a:xfrm flipH="1">
            <a:off x="3900805" y="3521710"/>
            <a:ext cx="4445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直接箭头连接符 293"/>
          <p:cNvCxnSpPr>
            <a:stCxn id="270" idx="2"/>
            <a:endCxn id="271" idx="0"/>
          </p:cNvCxnSpPr>
          <p:nvPr>
            <p:custDataLst>
              <p:tags r:id="rId60"/>
            </p:custDataLst>
          </p:nvPr>
        </p:nvCxnSpPr>
        <p:spPr>
          <a:xfrm>
            <a:off x="3900805" y="4084955"/>
            <a:ext cx="0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直接箭头连接符 294"/>
          <p:cNvCxnSpPr>
            <a:stCxn id="271" idx="2"/>
            <a:endCxn id="272" idx="0"/>
          </p:cNvCxnSpPr>
          <p:nvPr>
            <p:custDataLst>
              <p:tags r:id="rId61"/>
            </p:custDataLst>
          </p:nvPr>
        </p:nvCxnSpPr>
        <p:spPr>
          <a:xfrm>
            <a:off x="3901440" y="4646930"/>
            <a:ext cx="3175" cy="2540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流程图: 过程 295"/>
          <p:cNvSpPr/>
          <p:nvPr>
            <p:custDataLst>
              <p:tags r:id="rId62"/>
            </p:custDataLst>
          </p:nvPr>
        </p:nvSpPr>
        <p:spPr>
          <a:xfrm>
            <a:off x="4761230" y="538353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往来付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退款</a:t>
            </a:r>
          </a:p>
        </p:txBody>
      </p:sp>
      <p:sp>
        <p:nvSpPr>
          <p:cNvPr id="297" name="流程图: 过程 296"/>
          <p:cNvSpPr/>
          <p:nvPr>
            <p:custDataLst>
              <p:tags r:id="rId63"/>
            </p:custDataLst>
          </p:nvPr>
        </p:nvSpPr>
        <p:spPr>
          <a:xfrm>
            <a:off x="2054225" y="4358640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保证金付款</a:t>
            </a:r>
          </a:p>
        </p:txBody>
      </p:sp>
      <p:sp>
        <p:nvSpPr>
          <p:cNvPr id="298" name="流程图: 过程 297"/>
          <p:cNvSpPr/>
          <p:nvPr>
            <p:custDataLst>
              <p:tags r:id="rId64"/>
            </p:custDataLst>
          </p:nvPr>
        </p:nvSpPr>
        <p:spPr>
          <a:xfrm>
            <a:off x="2058670" y="49015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保证金退回</a:t>
            </a:r>
          </a:p>
        </p:txBody>
      </p:sp>
      <p:cxnSp>
        <p:nvCxnSpPr>
          <p:cNvPr id="299" name="直接箭头连接符 298"/>
          <p:cNvCxnSpPr>
            <a:stCxn id="297" idx="2"/>
            <a:endCxn id="298" idx="0"/>
          </p:cNvCxnSpPr>
          <p:nvPr>
            <p:custDataLst>
              <p:tags r:id="rId65"/>
            </p:custDataLst>
          </p:nvPr>
        </p:nvCxnSpPr>
        <p:spPr>
          <a:xfrm>
            <a:off x="2569845" y="4646930"/>
            <a:ext cx="4445" cy="25463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流程图: 过程 299"/>
          <p:cNvSpPr/>
          <p:nvPr>
            <p:custDataLst>
              <p:tags r:id="rId66"/>
            </p:custDataLst>
          </p:nvPr>
        </p:nvSpPr>
        <p:spPr>
          <a:xfrm>
            <a:off x="4772660" y="4324985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保证金收款</a:t>
            </a:r>
          </a:p>
        </p:txBody>
      </p:sp>
      <p:sp>
        <p:nvSpPr>
          <p:cNvPr id="301" name="流程图: 过程 300"/>
          <p:cNvSpPr/>
          <p:nvPr>
            <p:custDataLst>
              <p:tags r:id="rId67"/>
            </p:custDataLst>
          </p:nvPr>
        </p:nvSpPr>
        <p:spPr>
          <a:xfrm>
            <a:off x="4772660" y="487934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保证金退回</a:t>
            </a:r>
          </a:p>
        </p:txBody>
      </p:sp>
      <p:cxnSp>
        <p:nvCxnSpPr>
          <p:cNvPr id="302" name="直接箭头连接符 301"/>
          <p:cNvCxnSpPr>
            <a:stCxn id="300" idx="2"/>
            <a:endCxn id="301" idx="0"/>
          </p:cNvCxnSpPr>
          <p:nvPr>
            <p:custDataLst>
              <p:tags r:id="rId68"/>
            </p:custDataLst>
          </p:nvPr>
        </p:nvCxnSpPr>
        <p:spPr>
          <a:xfrm>
            <a:off x="5288280" y="4612640"/>
            <a:ext cx="0" cy="2667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流程图: 过程 302"/>
          <p:cNvSpPr/>
          <p:nvPr>
            <p:custDataLst>
              <p:tags r:id="rId69"/>
            </p:custDataLst>
          </p:nvPr>
        </p:nvSpPr>
        <p:spPr>
          <a:xfrm>
            <a:off x="7470775" y="538353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费用分摊</a:t>
            </a:r>
          </a:p>
        </p:txBody>
      </p:sp>
      <p:sp>
        <p:nvSpPr>
          <p:cNvPr id="304" name="流程图: 过程 303"/>
          <p:cNvSpPr/>
          <p:nvPr>
            <p:custDataLst>
              <p:tags r:id="rId70"/>
            </p:custDataLst>
          </p:nvPr>
        </p:nvSpPr>
        <p:spPr>
          <a:xfrm>
            <a:off x="2063750" y="5384165"/>
            <a:ext cx="1031240" cy="288925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往来收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退款</a:t>
            </a:r>
          </a:p>
        </p:txBody>
      </p:sp>
      <p:sp>
        <p:nvSpPr>
          <p:cNvPr id="305" name="文本框 304"/>
          <p:cNvSpPr txBox="1"/>
          <p:nvPr>
            <p:custDataLst>
              <p:tags r:id="rId71"/>
            </p:custDataLst>
          </p:nvPr>
        </p:nvSpPr>
        <p:spPr>
          <a:xfrm>
            <a:off x="7515225" y="2778125"/>
            <a:ext cx="103314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费用管理</a:t>
            </a:r>
          </a:p>
        </p:txBody>
      </p:sp>
      <p:sp>
        <p:nvSpPr>
          <p:cNvPr id="306" name="流程图: 过程 305"/>
          <p:cNvSpPr/>
          <p:nvPr>
            <p:custDataLst>
              <p:tags r:id="rId72"/>
            </p:custDataLst>
          </p:nvPr>
        </p:nvSpPr>
        <p:spPr>
          <a:xfrm>
            <a:off x="7470775" y="375539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借款单</a:t>
            </a:r>
          </a:p>
        </p:txBody>
      </p:sp>
      <p:sp>
        <p:nvSpPr>
          <p:cNvPr id="307" name="流程图: 过程 306"/>
          <p:cNvSpPr/>
          <p:nvPr>
            <p:custDataLst>
              <p:tags r:id="rId73"/>
            </p:custDataLst>
          </p:nvPr>
        </p:nvSpPr>
        <p:spPr>
          <a:xfrm>
            <a:off x="7463155" y="428498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报销单</a:t>
            </a:r>
          </a:p>
        </p:txBody>
      </p:sp>
      <p:sp>
        <p:nvSpPr>
          <p:cNvPr id="308" name="流程图: 过程 307"/>
          <p:cNvSpPr/>
          <p:nvPr>
            <p:custDataLst>
              <p:tags r:id="rId74"/>
            </p:custDataLst>
          </p:nvPr>
        </p:nvSpPr>
        <p:spPr>
          <a:xfrm>
            <a:off x="7464425" y="4853940"/>
            <a:ext cx="1031240" cy="288925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还款单</a:t>
            </a:r>
          </a:p>
        </p:txBody>
      </p:sp>
      <p:cxnSp>
        <p:nvCxnSpPr>
          <p:cNvPr id="309" name="直接箭头连接符 308"/>
          <p:cNvCxnSpPr>
            <a:stCxn id="306" idx="2"/>
            <a:endCxn id="307" idx="0"/>
          </p:cNvCxnSpPr>
          <p:nvPr>
            <p:custDataLst>
              <p:tags r:id="rId75"/>
            </p:custDataLst>
          </p:nvPr>
        </p:nvCxnSpPr>
        <p:spPr>
          <a:xfrm flipH="1">
            <a:off x="7978775" y="4044315"/>
            <a:ext cx="7620" cy="24130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/>
          <p:cNvCxnSpPr>
            <a:stCxn id="307" idx="2"/>
            <a:endCxn id="308" idx="0"/>
          </p:cNvCxnSpPr>
          <p:nvPr>
            <p:custDataLst>
              <p:tags r:id="rId76"/>
            </p:custDataLst>
          </p:nvPr>
        </p:nvCxnSpPr>
        <p:spPr>
          <a:xfrm>
            <a:off x="7978775" y="4573905"/>
            <a:ext cx="635" cy="280035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直接箭头连接符 310"/>
          <p:cNvCxnSpPr>
            <a:endCxn id="270" idx="1"/>
          </p:cNvCxnSpPr>
          <p:nvPr>
            <p:custDataLst>
              <p:tags r:id="rId77"/>
            </p:custDataLst>
          </p:nvPr>
        </p:nvCxnSpPr>
        <p:spPr>
          <a:xfrm>
            <a:off x="3242310" y="3940175"/>
            <a:ext cx="142875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直接箭头连接符 311"/>
          <p:cNvCxnSpPr/>
          <p:nvPr>
            <p:custDataLst>
              <p:tags r:id="rId78"/>
            </p:custDataLst>
          </p:nvPr>
        </p:nvCxnSpPr>
        <p:spPr>
          <a:xfrm>
            <a:off x="3242310" y="4503420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直接箭头连接符 312"/>
          <p:cNvCxnSpPr/>
          <p:nvPr>
            <p:custDataLst>
              <p:tags r:id="rId79"/>
            </p:custDataLst>
          </p:nvPr>
        </p:nvCxnSpPr>
        <p:spPr>
          <a:xfrm>
            <a:off x="5920105" y="4454525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流程图: 过程 313"/>
          <p:cNvSpPr/>
          <p:nvPr>
            <p:custDataLst>
              <p:tags r:id="rId80"/>
            </p:custDataLst>
          </p:nvPr>
        </p:nvSpPr>
        <p:spPr>
          <a:xfrm>
            <a:off x="6068060" y="4284980"/>
            <a:ext cx="1031240" cy="28892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成本发票</a:t>
            </a:r>
          </a:p>
        </p:txBody>
      </p:sp>
      <p:cxnSp>
        <p:nvCxnSpPr>
          <p:cNvPr id="315" name="直接箭头连接符 314"/>
          <p:cNvCxnSpPr>
            <a:stCxn id="314" idx="2"/>
          </p:cNvCxnSpPr>
          <p:nvPr>
            <p:custDataLst>
              <p:tags r:id="rId81"/>
            </p:custDataLst>
          </p:nvPr>
        </p:nvCxnSpPr>
        <p:spPr>
          <a:xfrm>
            <a:off x="6583680" y="4573905"/>
            <a:ext cx="6985" cy="27432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/>
          <p:cNvCxnSpPr/>
          <p:nvPr>
            <p:custDataLst>
              <p:tags r:id="rId82"/>
            </p:custDataLst>
          </p:nvPr>
        </p:nvCxnSpPr>
        <p:spPr>
          <a:xfrm>
            <a:off x="5920105" y="4992370"/>
            <a:ext cx="14732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肘形连接符 316"/>
          <p:cNvCxnSpPr>
            <a:endCxn id="283" idx="1"/>
          </p:cNvCxnSpPr>
          <p:nvPr>
            <p:custDataLst>
              <p:tags r:id="rId83"/>
            </p:custDataLst>
          </p:nvPr>
        </p:nvCxnSpPr>
        <p:spPr>
          <a:xfrm rot="5400000" flipV="1">
            <a:off x="4999355" y="4459605"/>
            <a:ext cx="1948180" cy="187960"/>
          </a:xfrm>
          <a:prstGeom prst="bentConnector2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直接连接符 317"/>
          <p:cNvCxnSpPr/>
          <p:nvPr>
            <p:custDataLst>
              <p:tags r:id="rId84"/>
            </p:custDataLst>
          </p:nvPr>
        </p:nvCxnSpPr>
        <p:spPr>
          <a:xfrm>
            <a:off x="5878830" y="3579495"/>
            <a:ext cx="72072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0" name="矩形 319"/>
          <p:cNvSpPr/>
          <p:nvPr>
            <p:custDataLst>
              <p:tags r:id="rId85"/>
            </p:custDataLst>
          </p:nvPr>
        </p:nvSpPr>
        <p:spPr>
          <a:xfrm>
            <a:off x="476250" y="2148205"/>
            <a:ext cx="1339215" cy="365252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21" name="文本框 320"/>
          <p:cNvSpPr txBox="1"/>
          <p:nvPr>
            <p:custDataLst>
              <p:tags r:id="rId86"/>
            </p:custDataLst>
          </p:nvPr>
        </p:nvSpPr>
        <p:spPr>
          <a:xfrm>
            <a:off x="629285" y="2277110"/>
            <a:ext cx="1032510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计划管理</a:t>
            </a:r>
          </a:p>
        </p:txBody>
      </p:sp>
      <p:cxnSp>
        <p:nvCxnSpPr>
          <p:cNvPr id="331" name="直接箭头连接符 91"/>
          <p:cNvCxnSpPr/>
          <p:nvPr>
            <p:custDataLst>
              <p:tags r:id="rId87"/>
            </p:custDataLst>
          </p:nvPr>
        </p:nvCxnSpPr>
        <p:spPr>
          <a:xfrm rot="5400000">
            <a:off x="2618740" y="3759835"/>
            <a:ext cx="2056765" cy="515620"/>
          </a:xfrm>
          <a:prstGeom prst="bentConnector4">
            <a:avLst>
              <a:gd name="adj1" fmla="val 4176"/>
              <a:gd name="adj2" fmla="val 133339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矩形 332"/>
          <p:cNvSpPr/>
          <p:nvPr>
            <p:custDataLst>
              <p:tags r:id="rId88"/>
            </p:custDataLst>
          </p:nvPr>
        </p:nvSpPr>
        <p:spPr>
          <a:xfrm>
            <a:off x="10356215" y="2164080"/>
            <a:ext cx="1339215" cy="365252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34" name="文本框 333"/>
          <p:cNvSpPr txBox="1"/>
          <p:nvPr>
            <p:custDataLst>
              <p:tags r:id="rId89"/>
            </p:custDataLst>
          </p:nvPr>
        </p:nvSpPr>
        <p:spPr>
          <a:xfrm>
            <a:off x="10510520" y="2292985"/>
            <a:ext cx="103568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售后服务</a:t>
            </a:r>
            <a:endParaRPr lang="zh-CN" altLang="en-US" sz="1400" b="1" dirty="0">
              <a:solidFill>
                <a:srgbClr val="2971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0" name="流程图: 过程 339"/>
          <p:cNvSpPr/>
          <p:nvPr>
            <p:custDataLst>
              <p:tags r:id="rId90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91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92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93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47" name="文本框 346"/>
          <p:cNvSpPr txBox="1"/>
          <p:nvPr>
            <p:custDataLst>
              <p:tags r:id="rId94"/>
            </p:custDataLst>
          </p:nvPr>
        </p:nvSpPr>
        <p:spPr>
          <a:xfrm>
            <a:off x="5427345" y="2240915"/>
            <a:ext cx="100901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预算管理</a:t>
            </a:r>
          </a:p>
        </p:txBody>
      </p:sp>
      <p:sp>
        <p:nvSpPr>
          <p:cNvPr id="348" name="流程图: 过程 347"/>
          <p:cNvSpPr/>
          <p:nvPr>
            <p:custDataLst>
              <p:tags r:id="rId95"/>
            </p:custDataLst>
          </p:nvPr>
        </p:nvSpPr>
        <p:spPr>
          <a:xfrm>
            <a:off x="9049385" y="22409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预算调整</a:t>
            </a:r>
          </a:p>
        </p:txBody>
      </p:sp>
      <p:cxnSp>
        <p:nvCxnSpPr>
          <p:cNvPr id="349" name="直接箭头连接符 35"/>
          <p:cNvCxnSpPr>
            <a:stCxn id="273" idx="3"/>
            <a:endCxn id="348" idx="1"/>
          </p:cNvCxnSpPr>
          <p:nvPr>
            <p:custDataLst>
              <p:tags r:id="rId96"/>
            </p:custDataLst>
          </p:nvPr>
        </p:nvCxnSpPr>
        <p:spPr>
          <a:xfrm>
            <a:off x="8507095" y="2385695"/>
            <a:ext cx="542290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肘形连接符 355"/>
          <p:cNvCxnSpPr>
            <a:stCxn id="273" idx="2"/>
            <a:endCxn id="307" idx="1"/>
          </p:cNvCxnSpPr>
          <p:nvPr/>
        </p:nvCxnSpPr>
        <p:spPr>
          <a:xfrm rot="5400000">
            <a:off x="6777355" y="3215640"/>
            <a:ext cx="1899920" cy="528320"/>
          </a:xfrm>
          <a:prstGeom prst="bentConnector4">
            <a:avLst>
              <a:gd name="adj1" fmla="val 8121"/>
              <a:gd name="adj2" fmla="val 13521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0510520" y="2705735"/>
            <a:ext cx="1032510" cy="2967355"/>
            <a:chOff x="16531" y="3209"/>
            <a:chExt cx="1626" cy="4673"/>
          </a:xfrm>
        </p:grpSpPr>
        <p:sp>
          <p:nvSpPr>
            <p:cNvPr id="15" name="流程图: 过程 14"/>
            <p:cNvSpPr/>
            <p:nvPr>
              <p:custDataLst>
                <p:tags r:id="rId108"/>
              </p:custDataLst>
            </p:nvPr>
          </p:nvSpPr>
          <p:spPr>
            <a:xfrm>
              <a:off x="16531" y="3209"/>
              <a:ext cx="1616" cy="458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售后交接</a:t>
              </a:r>
            </a:p>
          </p:txBody>
        </p:sp>
        <p:sp>
          <p:nvSpPr>
            <p:cNvPr id="16" name="流程图: 过程 15"/>
            <p:cNvSpPr/>
            <p:nvPr>
              <p:custDataLst>
                <p:tags r:id="rId109"/>
              </p:custDataLst>
            </p:nvPr>
          </p:nvSpPr>
          <p:spPr>
            <a:xfrm>
              <a:off x="16531" y="4052"/>
              <a:ext cx="1616" cy="458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工单登记</a:t>
              </a:r>
            </a:p>
          </p:txBody>
        </p:sp>
        <p:sp>
          <p:nvSpPr>
            <p:cNvPr id="17" name="流程图: 过程 16"/>
            <p:cNvSpPr/>
            <p:nvPr>
              <p:custDataLst>
                <p:tags r:id="rId110"/>
              </p:custDataLst>
            </p:nvPr>
          </p:nvSpPr>
          <p:spPr>
            <a:xfrm>
              <a:off x="16531" y="4895"/>
              <a:ext cx="1616" cy="458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售后派工</a:t>
              </a:r>
            </a:p>
          </p:txBody>
        </p:sp>
        <p:sp>
          <p:nvSpPr>
            <p:cNvPr id="18" name="流程图: 过程 17"/>
            <p:cNvSpPr/>
            <p:nvPr>
              <p:custDataLst>
                <p:tags r:id="rId111"/>
              </p:custDataLst>
            </p:nvPr>
          </p:nvSpPr>
          <p:spPr>
            <a:xfrm>
              <a:off x="16531" y="5738"/>
              <a:ext cx="1616" cy="458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服务处理</a:t>
              </a:r>
            </a:p>
          </p:txBody>
        </p:sp>
        <p:sp>
          <p:nvSpPr>
            <p:cNvPr id="22" name="流程图: 过程 21"/>
            <p:cNvSpPr/>
            <p:nvPr>
              <p:custDataLst>
                <p:tags r:id="rId112"/>
              </p:custDataLst>
            </p:nvPr>
          </p:nvSpPr>
          <p:spPr>
            <a:xfrm>
              <a:off x="16531" y="7424"/>
              <a:ext cx="1616" cy="458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回访评价</a:t>
              </a:r>
            </a:p>
          </p:txBody>
        </p:sp>
        <p:sp>
          <p:nvSpPr>
            <p:cNvPr id="11" name="流程图: 过程 10"/>
            <p:cNvSpPr/>
            <p:nvPr>
              <p:custDataLst>
                <p:tags r:id="rId113"/>
              </p:custDataLst>
            </p:nvPr>
          </p:nvSpPr>
          <p:spPr>
            <a:xfrm>
              <a:off x="16541" y="6581"/>
              <a:ext cx="1616" cy="458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服务收费</a:t>
              </a:r>
            </a:p>
          </p:txBody>
        </p:sp>
        <p:cxnSp>
          <p:nvCxnSpPr>
            <p:cNvPr id="19" name="直接箭头连接符 18"/>
            <p:cNvCxnSpPr/>
            <p:nvPr>
              <p:custDataLst>
                <p:tags r:id="rId114"/>
              </p:custDataLst>
            </p:nvPr>
          </p:nvCxnSpPr>
          <p:spPr>
            <a:xfrm>
              <a:off x="17339" y="3667"/>
              <a:ext cx="0" cy="38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>
              <p:custDataLst>
                <p:tags r:id="rId115"/>
              </p:custDataLst>
            </p:nvPr>
          </p:nvCxnSpPr>
          <p:spPr>
            <a:xfrm>
              <a:off x="17339" y="4506"/>
              <a:ext cx="0" cy="38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>
              <p:custDataLst>
                <p:tags r:id="rId116"/>
              </p:custDataLst>
            </p:nvPr>
          </p:nvCxnSpPr>
          <p:spPr>
            <a:xfrm>
              <a:off x="17339" y="5353"/>
              <a:ext cx="0" cy="38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>
              <p:custDataLst>
                <p:tags r:id="rId117"/>
              </p:custDataLst>
            </p:nvPr>
          </p:nvCxnSpPr>
          <p:spPr>
            <a:xfrm>
              <a:off x="17339" y="6140"/>
              <a:ext cx="0" cy="38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>
              <p:custDataLst>
                <p:tags r:id="rId118"/>
              </p:custDataLst>
            </p:nvPr>
          </p:nvCxnSpPr>
          <p:spPr>
            <a:xfrm>
              <a:off x="17339" y="7039"/>
              <a:ext cx="0" cy="38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组合 110"/>
          <p:cNvGrpSpPr/>
          <p:nvPr/>
        </p:nvGrpSpPr>
        <p:grpSpPr>
          <a:xfrm>
            <a:off x="629920" y="2710180"/>
            <a:ext cx="1031240" cy="2969260"/>
            <a:chOff x="992" y="4268"/>
            <a:chExt cx="1624" cy="4676"/>
          </a:xfrm>
        </p:grpSpPr>
        <p:sp>
          <p:nvSpPr>
            <p:cNvPr id="112" name="流程图: 过程 111"/>
            <p:cNvSpPr/>
            <p:nvPr>
              <p:custDataLst>
                <p:tags r:id="rId97"/>
              </p:custDataLst>
            </p:nvPr>
          </p:nvSpPr>
          <p:spPr>
            <a:xfrm>
              <a:off x="992" y="426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项目档案</a:t>
              </a:r>
            </a:p>
          </p:txBody>
        </p:sp>
        <p:sp>
          <p:nvSpPr>
            <p:cNvPr id="113" name="流程图: 过程 112"/>
            <p:cNvSpPr/>
            <p:nvPr>
              <p:custDataLst>
                <p:tags r:id="rId98"/>
              </p:custDataLst>
            </p:nvPr>
          </p:nvSpPr>
          <p:spPr>
            <a:xfrm>
              <a:off x="992" y="506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</a:p>
          </p:txBody>
        </p:sp>
        <p:sp>
          <p:nvSpPr>
            <p:cNvPr id="114" name="流程图: 过程 113"/>
            <p:cNvSpPr/>
            <p:nvPr>
              <p:custDataLst>
                <p:tags r:id="rId99"/>
              </p:custDataLst>
            </p:nvPr>
          </p:nvSpPr>
          <p:spPr>
            <a:xfrm>
              <a:off x="992" y="590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我的任务</a:t>
              </a:r>
            </a:p>
          </p:txBody>
        </p:sp>
        <p:sp>
          <p:nvSpPr>
            <p:cNvPr id="115" name="流程图: 过程 114"/>
            <p:cNvSpPr/>
            <p:nvPr>
              <p:custDataLst>
                <p:tags r:id="rId100"/>
              </p:custDataLst>
            </p:nvPr>
          </p:nvSpPr>
          <p:spPr>
            <a:xfrm>
              <a:off x="992" y="6766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进度填报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流程图: 过程 115"/>
            <p:cNvSpPr/>
            <p:nvPr>
              <p:custDataLst>
                <p:tags r:id="rId101"/>
              </p:custDataLst>
            </p:nvPr>
          </p:nvSpPr>
          <p:spPr>
            <a:xfrm>
              <a:off x="992" y="762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工时填报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7" name="直接箭头连接符 116"/>
            <p:cNvCxnSpPr>
              <a:stCxn id="112" idx="2"/>
              <a:endCxn id="113" idx="0"/>
            </p:cNvCxnSpPr>
            <p:nvPr>
              <p:custDataLst>
                <p:tags r:id="rId102"/>
              </p:custDataLst>
            </p:nvPr>
          </p:nvCxnSpPr>
          <p:spPr>
            <a:xfrm>
              <a:off x="1801" y="4714"/>
              <a:ext cx="6" cy="35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/>
            <p:cNvCxnSpPr>
              <a:stCxn id="113" idx="2"/>
              <a:endCxn id="114" idx="0"/>
            </p:cNvCxnSpPr>
            <p:nvPr>
              <p:custDataLst>
                <p:tags r:id="rId103"/>
              </p:custDataLst>
            </p:nvPr>
          </p:nvCxnSpPr>
          <p:spPr>
            <a:xfrm>
              <a:off x="1805" y="5510"/>
              <a:ext cx="0" cy="403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>
              <a:stCxn id="114" idx="2"/>
              <a:endCxn id="115" idx="0"/>
            </p:cNvCxnSpPr>
            <p:nvPr>
              <p:custDataLst>
                <p:tags r:id="rId104"/>
              </p:custDataLst>
            </p:nvPr>
          </p:nvCxnSpPr>
          <p:spPr>
            <a:xfrm flipH="1">
              <a:off x="1801" y="6350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/>
            <p:nvPr>
              <p:custDataLst>
                <p:tags r:id="rId105"/>
              </p:custDataLst>
            </p:nvPr>
          </p:nvCxnSpPr>
          <p:spPr>
            <a:xfrm flipH="1">
              <a:off x="1801" y="7212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流程图: 过程 120"/>
            <p:cNvSpPr/>
            <p:nvPr>
              <p:custDataLst>
                <p:tags r:id="rId106"/>
              </p:custDataLst>
            </p:nvPr>
          </p:nvSpPr>
          <p:spPr>
            <a:xfrm>
              <a:off x="992" y="8490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状态变更</a:t>
              </a:r>
            </a:p>
          </p:txBody>
        </p:sp>
        <p:cxnSp>
          <p:nvCxnSpPr>
            <p:cNvPr id="122" name="直接箭头连接符 121"/>
            <p:cNvCxnSpPr/>
            <p:nvPr>
              <p:custDataLst>
                <p:tags r:id="rId107"/>
              </p:custDataLst>
            </p:nvPr>
          </p:nvCxnSpPr>
          <p:spPr>
            <a:xfrm flipH="1">
              <a:off x="1807" y="8074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圆角矩形 49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</a:t>
            </a:r>
            <a:r>
              <a:rPr lang="zh-CN" sz="2800" dirty="0">
                <a:sym typeface="+mn-ea"/>
              </a:rPr>
              <a:t>现代服务业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11384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适用于无需对材料进行管理的现代服务类企业，如广告、咨询、检测、会展、设计、律所、培训、旅游等行业。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矩形 148"/>
          <p:cNvSpPr/>
          <p:nvPr>
            <p:custDataLst>
              <p:tags r:id="rId2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3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4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5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6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7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8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9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0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1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2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3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4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5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6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7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18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19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0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7935595" y="2651125"/>
            <a:ext cx="1799590" cy="3149600"/>
            <a:chOff x="11558" y="4175"/>
            <a:chExt cx="2834" cy="4960"/>
          </a:xfrm>
        </p:grpSpPr>
        <p:sp>
          <p:nvSpPr>
            <p:cNvPr id="169" name="矩形 168"/>
            <p:cNvSpPr/>
            <p:nvPr>
              <p:custDataLst>
                <p:tags r:id="rId94"/>
              </p:custDataLst>
            </p:nvPr>
          </p:nvSpPr>
          <p:spPr>
            <a:xfrm>
              <a:off x="11558" y="4175"/>
              <a:ext cx="2835" cy="4960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03" name="流程图: 过程 302"/>
            <p:cNvSpPr/>
            <p:nvPr>
              <p:custDataLst>
                <p:tags r:id="rId95"/>
              </p:custDataLst>
            </p:nvPr>
          </p:nvSpPr>
          <p:spPr>
            <a:xfrm>
              <a:off x="12163" y="8478"/>
              <a:ext cx="1624" cy="455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费用分摊</a:t>
              </a:r>
            </a:p>
          </p:txBody>
        </p:sp>
        <p:sp>
          <p:nvSpPr>
            <p:cNvPr id="305" name="文本框 304"/>
            <p:cNvSpPr txBox="1"/>
            <p:nvPr>
              <p:custDataLst>
                <p:tags r:id="rId96"/>
              </p:custDataLst>
            </p:nvPr>
          </p:nvSpPr>
          <p:spPr>
            <a:xfrm>
              <a:off x="12162" y="4375"/>
              <a:ext cx="1627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费用管理</a:t>
              </a:r>
            </a:p>
          </p:txBody>
        </p:sp>
        <p:sp>
          <p:nvSpPr>
            <p:cNvPr id="306" name="流程图: 过程 305"/>
            <p:cNvSpPr/>
            <p:nvPr>
              <p:custDataLst>
                <p:tags r:id="rId97"/>
              </p:custDataLst>
            </p:nvPr>
          </p:nvSpPr>
          <p:spPr>
            <a:xfrm>
              <a:off x="12163" y="5914"/>
              <a:ext cx="1624" cy="455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借款单</a:t>
              </a:r>
            </a:p>
          </p:txBody>
        </p:sp>
        <p:sp>
          <p:nvSpPr>
            <p:cNvPr id="307" name="流程图: 过程 306"/>
            <p:cNvSpPr/>
            <p:nvPr>
              <p:custDataLst>
                <p:tags r:id="rId98"/>
              </p:custDataLst>
            </p:nvPr>
          </p:nvSpPr>
          <p:spPr>
            <a:xfrm>
              <a:off x="12163" y="6748"/>
              <a:ext cx="1624" cy="455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报销单</a:t>
              </a:r>
            </a:p>
          </p:txBody>
        </p:sp>
        <p:sp>
          <p:nvSpPr>
            <p:cNvPr id="308" name="流程图: 过程 307"/>
            <p:cNvSpPr/>
            <p:nvPr>
              <p:custDataLst>
                <p:tags r:id="rId99"/>
              </p:custDataLst>
            </p:nvPr>
          </p:nvSpPr>
          <p:spPr>
            <a:xfrm>
              <a:off x="12163" y="7644"/>
              <a:ext cx="1624" cy="455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还款单</a:t>
              </a:r>
            </a:p>
          </p:txBody>
        </p:sp>
        <p:cxnSp>
          <p:nvCxnSpPr>
            <p:cNvPr id="309" name="直接箭头连接符 308"/>
            <p:cNvCxnSpPr>
              <a:stCxn id="306" idx="2"/>
              <a:endCxn id="307" idx="0"/>
            </p:cNvCxnSpPr>
            <p:nvPr>
              <p:custDataLst>
                <p:tags r:id="rId100"/>
              </p:custDataLst>
            </p:nvPr>
          </p:nvCxnSpPr>
          <p:spPr>
            <a:xfrm flipH="1">
              <a:off x="12969" y="6369"/>
              <a:ext cx="12" cy="38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>
              <a:stCxn id="307" idx="2"/>
              <a:endCxn id="308" idx="0"/>
            </p:cNvCxnSpPr>
            <p:nvPr>
              <p:custDataLst>
                <p:tags r:id="rId101"/>
              </p:custDataLst>
            </p:nvPr>
          </p:nvCxnSpPr>
          <p:spPr>
            <a:xfrm>
              <a:off x="12975" y="7203"/>
              <a:ext cx="1" cy="441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5233670" y="2651125"/>
            <a:ext cx="2541270" cy="3149600"/>
            <a:chOff x="7372" y="4175"/>
            <a:chExt cx="4002" cy="4960"/>
          </a:xfrm>
        </p:grpSpPr>
        <p:sp>
          <p:nvSpPr>
            <p:cNvPr id="172" name="矩形 171"/>
            <p:cNvSpPr/>
            <p:nvPr>
              <p:custDataLst>
                <p:tags r:id="rId73"/>
              </p:custDataLst>
            </p:nvPr>
          </p:nvSpPr>
          <p:spPr>
            <a:xfrm>
              <a:off x="7372" y="4175"/>
              <a:ext cx="4002" cy="4960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251" name="文本框 250"/>
            <p:cNvSpPr txBox="1"/>
            <p:nvPr>
              <p:custDataLst>
                <p:tags r:id="rId74"/>
              </p:custDataLst>
            </p:nvPr>
          </p:nvSpPr>
          <p:spPr>
            <a:xfrm>
              <a:off x="8558" y="4375"/>
              <a:ext cx="1589" cy="48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支出管理</a:t>
              </a:r>
            </a:p>
          </p:txBody>
        </p:sp>
        <p:sp>
          <p:nvSpPr>
            <p:cNvPr id="265" name="流程图: 过程 264"/>
            <p:cNvSpPr/>
            <p:nvPr>
              <p:custDataLst>
                <p:tags r:id="rId75"/>
              </p:custDataLst>
            </p:nvPr>
          </p:nvSpPr>
          <p:spPr>
            <a:xfrm>
              <a:off x="9567" y="5071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支出合同</a:t>
              </a:r>
            </a:p>
          </p:txBody>
        </p:sp>
        <p:sp>
          <p:nvSpPr>
            <p:cNvPr id="274" name="流程图: 过程 273"/>
            <p:cNvSpPr/>
            <p:nvPr>
              <p:custDataLst>
                <p:tags r:id="rId76"/>
              </p:custDataLst>
            </p:nvPr>
          </p:nvSpPr>
          <p:spPr>
            <a:xfrm>
              <a:off x="7482" y="5079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合同变更</a:t>
              </a:r>
            </a:p>
          </p:txBody>
        </p:sp>
        <p:cxnSp>
          <p:nvCxnSpPr>
            <p:cNvPr id="276" name="直接箭头连接符 275"/>
            <p:cNvCxnSpPr>
              <a:stCxn id="265" idx="1"/>
              <a:endCxn id="274" idx="3"/>
            </p:cNvCxnSpPr>
            <p:nvPr>
              <p:custDataLst>
                <p:tags r:id="rId77"/>
              </p:custDataLst>
            </p:nvPr>
          </p:nvCxnSpPr>
          <p:spPr>
            <a:xfrm flipH="1">
              <a:off x="9106" y="5297"/>
              <a:ext cx="461" cy="7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1" name="流程图: 过程 280"/>
            <p:cNvSpPr/>
            <p:nvPr>
              <p:custDataLst>
                <p:tags r:id="rId78"/>
              </p:custDataLst>
            </p:nvPr>
          </p:nvSpPr>
          <p:spPr>
            <a:xfrm>
              <a:off x="9556" y="5903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成本确认</a:t>
              </a:r>
            </a:p>
          </p:txBody>
        </p:sp>
        <p:sp>
          <p:nvSpPr>
            <p:cNvPr id="282" name="流程图: 过程 281"/>
            <p:cNvSpPr/>
            <p:nvPr>
              <p:custDataLst>
                <p:tags r:id="rId79"/>
              </p:custDataLst>
            </p:nvPr>
          </p:nvSpPr>
          <p:spPr>
            <a:xfrm>
              <a:off x="9556" y="7644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付款申请</a:t>
              </a:r>
            </a:p>
          </p:txBody>
        </p:sp>
        <p:sp>
          <p:nvSpPr>
            <p:cNvPr id="283" name="流程图: 过程 282"/>
            <p:cNvSpPr/>
            <p:nvPr>
              <p:custDataLst>
                <p:tags r:id="rId80"/>
              </p:custDataLst>
            </p:nvPr>
          </p:nvSpPr>
          <p:spPr>
            <a:xfrm>
              <a:off x="9556" y="8478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付款单</a:t>
              </a:r>
            </a:p>
          </p:txBody>
        </p:sp>
        <p:cxnSp>
          <p:nvCxnSpPr>
            <p:cNvPr id="284" name="直接箭头连接符 283"/>
            <p:cNvCxnSpPr>
              <a:stCxn id="265" idx="2"/>
              <a:endCxn id="281" idx="0"/>
            </p:cNvCxnSpPr>
            <p:nvPr>
              <p:custDataLst>
                <p:tags r:id="rId81"/>
              </p:custDataLst>
            </p:nvPr>
          </p:nvCxnSpPr>
          <p:spPr>
            <a:xfrm flipH="1">
              <a:off x="10368" y="5524"/>
              <a:ext cx="11" cy="38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箭头连接符 284"/>
            <p:cNvCxnSpPr>
              <a:stCxn id="281" idx="2"/>
              <a:endCxn id="314" idx="0"/>
            </p:cNvCxnSpPr>
            <p:nvPr>
              <p:custDataLst>
                <p:tags r:id="rId82"/>
              </p:custDataLst>
            </p:nvPr>
          </p:nvCxnSpPr>
          <p:spPr>
            <a:xfrm>
              <a:off x="10368" y="6357"/>
              <a:ext cx="0" cy="39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箭头连接符 285"/>
            <p:cNvCxnSpPr>
              <a:stCxn id="282" idx="2"/>
              <a:endCxn id="283" idx="0"/>
            </p:cNvCxnSpPr>
            <p:nvPr>
              <p:custDataLst>
                <p:tags r:id="rId83"/>
              </p:custDataLst>
            </p:nvPr>
          </p:nvCxnSpPr>
          <p:spPr>
            <a:xfrm>
              <a:off x="10368" y="8098"/>
              <a:ext cx="0" cy="38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6" name="流程图: 过程 295"/>
            <p:cNvSpPr/>
            <p:nvPr>
              <p:custDataLst>
                <p:tags r:id="rId84"/>
              </p:custDataLst>
            </p:nvPr>
          </p:nvSpPr>
          <p:spPr>
            <a:xfrm>
              <a:off x="7498" y="8478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往来付</a:t>
              </a:r>
              <a:r>
                <a:rPr lang="en-US" altLang="zh-CN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</a:t>
              </a: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退款</a:t>
              </a:r>
            </a:p>
          </p:txBody>
        </p:sp>
        <p:sp>
          <p:nvSpPr>
            <p:cNvPr id="300" name="流程图: 过程 299"/>
            <p:cNvSpPr/>
            <p:nvPr>
              <p:custDataLst>
                <p:tags r:id="rId85"/>
              </p:custDataLst>
            </p:nvPr>
          </p:nvSpPr>
          <p:spPr>
            <a:xfrm>
              <a:off x="7516" y="6811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保证金收款</a:t>
              </a:r>
            </a:p>
          </p:txBody>
        </p:sp>
        <p:sp>
          <p:nvSpPr>
            <p:cNvPr id="301" name="流程图: 过程 300"/>
            <p:cNvSpPr/>
            <p:nvPr>
              <p:custDataLst>
                <p:tags r:id="rId86"/>
              </p:custDataLst>
            </p:nvPr>
          </p:nvSpPr>
          <p:spPr>
            <a:xfrm>
              <a:off x="7516" y="7684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保证金退回</a:t>
              </a:r>
            </a:p>
          </p:txBody>
        </p:sp>
        <p:cxnSp>
          <p:nvCxnSpPr>
            <p:cNvPr id="302" name="直接箭头连接符 301"/>
            <p:cNvCxnSpPr>
              <a:stCxn id="300" idx="2"/>
              <a:endCxn id="301" idx="0"/>
            </p:cNvCxnSpPr>
            <p:nvPr>
              <p:custDataLst>
                <p:tags r:id="rId87"/>
              </p:custDataLst>
            </p:nvPr>
          </p:nvCxnSpPr>
          <p:spPr>
            <a:xfrm>
              <a:off x="8328" y="7264"/>
              <a:ext cx="0" cy="42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箭头连接符 312"/>
            <p:cNvCxnSpPr/>
            <p:nvPr>
              <p:custDataLst>
                <p:tags r:id="rId88"/>
              </p:custDataLst>
            </p:nvPr>
          </p:nvCxnSpPr>
          <p:spPr>
            <a:xfrm>
              <a:off x="9323" y="7015"/>
              <a:ext cx="232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流程图: 过程 313"/>
            <p:cNvSpPr/>
            <p:nvPr>
              <p:custDataLst>
                <p:tags r:id="rId89"/>
              </p:custDataLst>
            </p:nvPr>
          </p:nvSpPr>
          <p:spPr>
            <a:xfrm>
              <a:off x="9556" y="6748"/>
              <a:ext cx="1624" cy="455"/>
            </a:xfrm>
            <a:prstGeom prst="flowChartProcess">
              <a:avLst/>
            </a:prstGeom>
            <a:solidFill>
              <a:srgbClr val="2971EB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成本发票</a:t>
              </a:r>
            </a:p>
          </p:txBody>
        </p:sp>
        <p:cxnSp>
          <p:nvCxnSpPr>
            <p:cNvPr id="315" name="直接箭头连接符 314"/>
            <p:cNvCxnSpPr>
              <a:stCxn id="314" idx="2"/>
            </p:cNvCxnSpPr>
            <p:nvPr>
              <p:custDataLst>
                <p:tags r:id="rId90"/>
              </p:custDataLst>
            </p:nvPr>
          </p:nvCxnSpPr>
          <p:spPr>
            <a:xfrm>
              <a:off x="10368" y="7203"/>
              <a:ext cx="11" cy="432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接箭头连接符 315"/>
            <p:cNvCxnSpPr/>
            <p:nvPr>
              <p:custDataLst>
                <p:tags r:id="rId91"/>
              </p:custDataLst>
            </p:nvPr>
          </p:nvCxnSpPr>
          <p:spPr>
            <a:xfrm>
              <a:off x="9323" y="7862"/>
              <a:ext cx="232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肘形连接符 316"/>
            <p:cNvCxnSpPr>
              <a:endCxn id="283" idx="1"/>
            </p:cNvCxnSpPr>
            <p:nvPr>
              <p:custDataLst>
                <p:tags r:id="rId92"/>
              </p:custDataLst>
            </p:nvPr>
          </p:nvCxnSpPr>
          <p:spPr>
            <a:xfrm rot="5400000" flipV="1">
              <a:off x="7873" y="7023"/>
              <a:ext cx="3068" cy="296"/>
            </a:xfrm>
            <a:prstGeom prst="bentConnector2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接连接符 317"/>
            <p:cNvCxnSpPr/>
            <p:nvPr>
              <p:custDataLst>
                <p:tags r:id="rId93"/>
              </p:custDataLst>
            </p:nvPr>
          </p:nvCxnSpPr>
          <p:spPr>
            <a:xfrm>
              <a:off x="9258" y="5637"/>
              <a:ext cx="1135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2439035" y="2148205"/>
            <a:ext cx="2633980" cy="3652520"/>
            <a:chOff x="3041" y="3383"/>
            <a:chExt cx="4148" cy="5752"/>
          </a:xfrm>
        </p:grpSpPr>
        <p:sp>
          <p:nvSpPr>
            <p:cNvPr id="170" name="矩形 169"/>
            <p:cNvSpPr/>
            <p:nvPr>
              <p:custDataLst>
                <p:tags r:id="rId53"/>
              </p:custDataLst>
            </p:nvPr>
          </p:nvSpPr>
          <p:spPr>
            <a:xfrm>
              <a:off x="3041" y="3383"/>
              <a:ext cx="4148" cy="5752"/>
            </a:xfrm>
            <a:prstGeom prst="rect">
              <a:avLst/>
            </a:prstGeom>
            <a:solidFill>
              <a:srgbClr val="E7F1FF"/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流程图: 过程 170"/>
            <p:cNvSpPr/>
            <p:nvPr>
              <p:custDataLst>
                <p:tags r:id="rId54"/>
              </p:custDataLst>
            </p:nvPr>
          </p:nvSpPr>
          <p:spPr>
            <a:xfrm>
              <a:off x="5338" y="4253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收入合同</a:t>
              </a:r>
            </a:p>
          </p:txBody>
        </p:sp>
        <p:sp>
          <p:nvSpPr>
            <p:cNvPr id="234" name="文本框 233"/>
            <p:cNvSpPr txBox="1"/>
            <p:nvPr>
              <p:custDataLst>
                <p:tags r:id="rId55"/>
              </p:custDataLst>
            </p:nvPr>
          </p:nvSpPr>
          <p:spPr>
            <a:xfrm>
              <a:off x="4398" y="3586"/>
              <a:ext cx="1655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收入管理</a:t>
              </a:r>
            </a:p>
          </p:txBody>
        </p:sp>
        <p:sp>
          <p:nvSpPr>
            <p:cNvPr id="267" name="流程图: 过程 266"/>
            <p:cNvSpPr/>
            <p:nvPr>
              <p:custDataLst>
                <p:tags r:id="rId56"/>
              </p:custDataLst>
            </p:nvPr>
          </p:nvSpPr>
          <p:spPr>
            <a:xfrm>
              <a:off x="3250" y="4253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合同变更</a:t>
              </a:r>
            </a:p>
          </p:txBody>
        </p:sp>
        <p:cxnSp>
          <p:nvCxnSpPr>
            <p:cNvPr id="268" name="直接箭头连接符 267"/>
            <p:cNvCxnSpPr>
              <a:stCxn id="171" idx="1"/>
              <a:endCxn id="267" idx="3"/>
            </p:cNvCxnSpPr>
            <p:nvPr>
              <p:custDataLst>
                <p:tags r:id="rId57"/>
              </p:custDataLst>
            </p:nvPr>
          </p:nvCxnSpPr>
          <p:spPr>
            <a:xfrm flipH="1">
              <a:off x="4873" y="4481"/>
              <a:ext cx="464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流程图: 过程 268"/>
            <p:cNvSpPr/>
            <p:nvPr>
              <p:custDataLst>
                <p:tags r:id="rId58"/>
              </p:custDataLst>
            </p:nvPr>
          </p:nvSpPr>
          <p:spPr>
            <a:xfrm>
              <a:off x="5338" y="5092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收入确认</a:t>
              </a:r>
            </a:p>
          </p:txBody>
        </p:sp>
        <p:sp>
          <p:nvSpPr>
            <p:cNvPr id="270" name="流程图: 过程 269"/>
            <p:cNvSpPr/>
            <p:nvPr>
              <p:custDataLst>
                <p:tags r:id="rId59"/>
              </p:custDataLst>
            </p:nvPr>
          </p:nvSpPr>
          <p:spPr>
            <a:xfrm>
              <a:off x="5332" y="5978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开票申请</a:t>
              </a:r>
            </a:p>
          </p:txBody>
        </p:sp>
        <p:sp>
          <p:nvSpPr>
            <p:cNvPr id="271" name="流程图: 过程 270"/>
            <p:cNvSpPr/>
            <p:nvPr>
              <p:custDataLst>
                <p:tags r:id="rId60"/>
              </p:custDataLst>
            </p:nvPr>
          </p:nvSpPr>
          <p:spPr>
            <a:xfrm>
              <a:off x="5332" y="6864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收入发票</a:t>
              </a:r>
            </a:p>
          </p:txBody>
        </p:sp>
        <p:sp>
          <p:nvSpPr>
            <p:cNvPr id="272" name="流程图: 过程 271"/>
            <p:cNvSpPr/>
            <p:nvPr>
              <p:custDataLst>
                <p:tags r:id="rId61"/>
              </p:custDataLst>
            </p:nvPr>
          </p:nvSpPr>
          <p:spPr>
            <a:xfrm>
              <a:off x="5338" y="7719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收款单</a:t>
              </a:r>
            </a:p>
          </p:txBody>
        </p:sp>
        <p:cxnSp>
          <p:nvCxnSpPr>
            <p:cNvPr id="292" name="直接箭头连接符 291"/>
            <p:cNvCxnSpPr>
              <a:stCxn id="171" idx="2"/>
              <a:endCxn id="269" idx="0"/>
            </p:cNvCxnSpPr>
            <p:nvPr>
              <p:custDataLst>
                <p:tags r:id="rId62"/>
              </p:custDataLst>
            </p:nvPr>
          </p:nvCxnSpPr>
          <p:spPr>
            <a:xfrm>
              <a:off x="6150" y="4707"/>
              <a:ext cx="0" cy="384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箭头连接符 292"/>
            <p:cNvCxnSpPr>
              <a:stCxn id="269" idx="2"/>
              <a:endCxn id="270" idx="0"/>
            </p:cNvCxnSpPr>
            <p:nvPr>
              <p:custDataLst>
                <p:tags r:id="rId63"/>
              </p:custDataLst>
            </p:nvPr>
          </p:nvCxnSpPr>
          <p:spPr>
            <a:xfrm flipH="1">
              <a:off x="6143" y="5546"/>
              <a:ext cx="7" cy="432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/>
            <p:cNvCxnSpPr>
              <a:stCxn id="270" idx="2"/>
              <a:endCxn id="271" idx="0"/>
            </p:cNvCxnSpPr>
            <p:nvPr>
              <p:custDataLst>
                <p:tags r:id="rId64"/>
              </p:custDataLst>
            </p:nvPr>
          </p:nvCxnSpPr>
          <p:spPr>
            <a:xfrm>
              <a:off x="6143" y="6433"/>
              <a:ext cx="0" cy="432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直接箭头连接符 294"/>
            <p:cNvCxnSpPr>
              <a:stCxn id="271" idx="2"/>
              <a:endCxn id="272" idx="0"/>
            </p:cNvCxnSpPr>
            <p:nvPr>
              <p:custDataLst>
                <p:tags r:id="rId65"/>
              </p:custDataLst>
            </p:nvPr>
          </p:nvCxnSpPr>
          <p:spPr>
            <a:xfrm>
              <a:off x="6144" y="7318"/>
              <a:ext cx="5" cy="40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流程图: 过程 296"/>
            <p:cNvSpPr/>
            <p:nvPr>
              <p:custDataLst>
                <p:tags r:id="rId66"/>
              </p:custDataLst>
            </p:nvPr>
          </p:nvSpPr>
          <p:spPr>
            <a:xfrm>
              <a:off x="3235" y="6864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保证金付款</a:t>
              </a:r>
            </a:p>
          </p:txBody>
        </p:sp>
        <p:sp>
          <p:nvSpPr>
            <p:cNvPr id="298" name="流程图: 过程 297"/>
            <p:cNvSpPr/>
            <p:nvPr>
              <p:custDataLst>
                <p:tags r:id="rId67"/>
              </p:custDataLst>
            </p:nvPr>
          </p:nvSpPr>
          <p:spPr>
            <a:xfrm>
              <a:off x="3242" y="7719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保证金退回</a:t>
              </a:r>
            </a:p>
          </p:txBody>
        </p:sp>
        <p:cxnSp>
          <p:nvCxnSpPr>
            <p:cNvPr id="299" name="直接箭头连接符 298"/>
            <p:cNvCxnSpPr>
              <a:stCxn id="297" idx="2"/>
              <a:endCxn id="298" idx="0"/>
            </p:cNvCxnSpPr>
            <p:nvPr>
              <p:custDataLst>
                <p:tags r:id="rId68"/>
              </p:custDataLst>
            </p:nvPr>
          </p:nvCxnSpPr>
          <p:spPr>
            <a:xfrm>
              <a:off x="4047" y="7318"/>
              <a:ext cx="7" cy="401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流程图: 过程 303"/>
            <p:cNvSpPr/>
            <p:nvPr>
              <p:custDataLst>
                <p:tags r:id="rId69"/>
              </p:custDataLst>
            </p:nvPr>
          </p:nvSpPr>
          <p:spPr>
            <a:xfrm>
              <a:off x="3250" y="8479"/>
              <a:ext cx="1624" cy="455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往来收</a:t>
              </a:r>
              <a:r>
                <a:rPr lang="en-US" altLang="zh-CN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</a:t>
              </a: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退款</a:t>
              </a:r>
            </a:p>
          </p:txBody>
        </p:sp>
        <p:cxnSp>
          <p:nvCxnSpPr>
            <p:cNvPr id="311" name="直接箭头连接符 310"/>
            <p:cNvCxnSpPr>
              <a:endCxn id="270" idx="1"/>
            </p:cNvCxnSpPr>
            <p:nvPr>
              <p:custDataLst>
                <p:tags r:id="rId70"/>
              </p:custDataLst>
            </p:nvPr>
          </p:nvCxnSpPr>
          <p:spPr>
            <a:xfrm>
              <a:off x="5106" y="6205"/>
              <a:ext cx="225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箭头连接符 311"/>
            <p:cNvCxnSpPr/>
            <p:nvPr>
              <p:custDataLst>
                <p:tags r:id="rId71"/>
              </p:custDataLst>
            </p:nvPr>
          </p:nvCxnSpPr>
          <p:spPr>
            <a:xfrm>
              <a:off x="5106" y="7092"/>
              <a:ext cx="232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直接箭头连接符 91"/>
            <p:cNvCxnSpPr/>
            <p:nvPr>
              <p:custDataLst>
                <p:tags r:id="rId72"/>
              </p:custDataLst>
            </p:nvPr>
          </p:nvCxnSpPr>
          <p:spPr>
            <a:xfrm rot="5400000">
              <a:off x="4124" y="5921"/>
              <a:ext cx="3239" cy="812"/>
            </a:xfrm>
            <a:prstGeom prst="bentConnector4">
              <a:avLst>
                <a:gd name="adj1" fmla="val 4176"/>
                <a:gd name="adj2" fmla="val 133339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0" name="流程图: 过程 339"/>
          <p:cNvSpPr/>
          <p:nvPr>
            <p:custDataLst>
              <p:tags r:id="rId21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22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23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24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233670" y="2164080"/>
            <a:ext cx="4502150" cy="459740"/>
            <a:chOff x="8242" y="3382"/>
            <a:chExt cx="7090" cy="724"/>
          </a:xfrm>
        </p:grpSpPr>
        <p:sp>
          <p:nvSpPr>
            <p:cNvPr id="353" name="矩形 352"/>
            <p:cNvSpPr/>
            <p:nvPr>
              <p:custDataLst>
                <p:tags r:id="rId48"/>
              </p:custDataLst>
            </p:nvPr>
          </p:nvSpPr>
          <p:spPr>
            <a:xfrm flipV="1">
              <a:off x="8242" y="3382"/>
              <a:ext cx="7091" cy="725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273" name="流程图: 过程 272"/>
            <p:cNvSpPr/>
            <p:nvPr>
              <p:custDataLst>
                <p:tags r:id="rId49"/>
              </p:custDataLst>
            </p:nvPr>
          </p:nvSpPr>
          <p:spPr>
            <a:xfrm>
              <a:off x="10783" y="3517"/>
              <a:ext cx="1624" cy="455"/>
            </a:xfrm>
            <a:prstGeom prst="flowChartProcess">
              <a:avLst/>
            </a:prstGeom>
            <a:solidFill>
              <a:srgbClr val="F76D07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项目预算</a:t>
              </a:r>
            </a:p>
          </p:txBody>
        </p:sp>
        <p:sp>
          <p:nvSpPr>
            <p:cNvPr id="347" name="文本框 346"/>
            <p:cNvSpPr txBox="1"/>
            <p:nvPr>
              <p:custDataLst>
                <p:tags r:id="rId50"/>
              </p:custDataLst>
            </p:nvPr>
          </p:nvSpPr>
          <p:spPr>
            <a:xfrm>
              <a:off x="8547" y="3518"/>
              <a:ext cx="1589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预算管理</a:t>
              </a:r>
            </a:p>
          </p:txBody>
        </p:sp>
        <p:sp>
          <p:nvSpPr>
            <p:cNvPr id="348" name="流程图: 过程 347"/>
            <p:cNvSpPr/>
            <p:nvPr>
              <p:custDataLst>
                <p:tags r:id="rId51"/>
              </p:custDataLst>
            </p:nvPr>
          </p:nvSpPr>
          <p:spPr>
            <a:xfrm>
              <a:off x="13261" y="3517"/>
              <a:ext cx="1624" cy="455"/>
            </a:xfrm>
            <a:prstGeom prst="flowChartProcess">
              <a:avLst/>
            </a:prstGeom>
            <a:solidFill>
              <a:srgbClr val="F76D07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预算调整</a:t>
              </a:r>
            </a:p>
          </p:txBody>
        </p:sp>
        <p:cxnSp>
          <p:nvCxnSpPr>
            <p:cNvPr id="349" name="直接箭头连接符 35"/>
            <p:cNvCxnSpPr>
              <a:stCxn id="273" idx="3"/>
              <a:endCxn id="348" idx="1"/>
            </p:cNvCxnSpPr>
            <p:nvPr>
              <p:custDataLst>
                <p:tags r:id="rId52"/>
              </p:custDataLst>
            </p:nvPr>
          </p:nvCxnSpPr>
          <p:spPr>
            <a:xfrm>
              <a:off x="12407" y="3745"/>
              <a:ext cx="854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/>
          <p:cNvGrpSpPr/>
          <p:nvPr/>
        </p:nvGrpSpPr>
        <p:grpSpPr>
          <a:xfrm>
            <a:off x="9895840" y="2164080"/>
            <a:ext cx="1799590" cy="3652520"/>
            <a:chOff x="16309" y="3408"/>
            <a:chExt cx="2834" cy="5752"/>
          </a:xfrm>
        </p:grpSpPr>
        <p:sp>
          <p:nvSpPr>
            <p:cNvPr id="333" name="矩形 332"/>
            <p:cNvSpPr/>
            <p:nvPr>
              <p:custDataLst>
                <p:tags r:id="rId38"/>
              </p:custDataLst>
            </p:nvPr>
          </p:nvSpPr>
          <p:spPr>
            <a:xfrm>
              <a:off x="16309" y="3408"/>
              <a:ext cx="2835" cy="5752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34" name="文本框 333"/>
            <p:cNvSpPr txBox="1"/>
            <p:nvPr>
              <p:custDataLst>
                <p:tags r:id="rId39"/>
              </p:custDataLst>
            </p:nvPr>
          </p:nvSpPr>
          <p:spPr>
            <a:xfrm>
              <a:off x="16911" y="3611"/>
              <a:ext cx="1631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项目提成</a:t>
              </a:r>
              <a:endPara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6924" y="4293"/>
              <a:ext cx="1604" cy="3003"/>
              <a:chOff x="16300" y="3198"/>
              <a:chExt cx="1604" cy="3003"/>
            </a:xfrm>
          </p:grpSpPr>
          <p:sp>
            <p:nvSpPr>
              <p:cNvPr id="23" name="流程图: 过程 22"/>
              <p:cNvSpPr/>
              <p:nvPr>
                <p:custDataLst>
                  <p:tags r:id="rId41"/>
                </p:custDataLst>
              </p:nvPr>
            </p:nvSpPr>
            <p:spPr>
              <a:xfrm>
                <a:off x="16300" y="3198"/>
                <a:ext cx="1604" cy="454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提成方案</a:t>
                </a:r>
              </a:p>
            </p:txBody>
          </p:sp>
          <p:sp>
            <p:nvSpPr>
              <p:cNvPr id="24" name="流程图: 过程 23"/>
              <p:cNvSpPr/>
              <p:nvPr>
                <p:custDataLst>
                  <p:tags r:id="rId42"/>
                </p:custDataLst>
              </p:nvPr>
            </p:nvSpPr>
            <p:spPr>
              <a:xfrm>
                <a:off x="16300" y="4012"/>
                <a:ext cx="1604" cy="454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提成分配</a:t>
                </a:r>
              </a:p>
            </p:txBody>
          </p:sp>
          <p:sp>
            <p:nvSpPr>
              <p:cNvPr id="25" name="流程图: 过程 24"/>
              <p:cNvSpPr/>
              <p:nvPr>
                <p:custDataLst>
                  <p:tags r:id="rId43"/>
                </p:custDataLst>
              </p:nvPr>
            </p:nvSpPr>
            <p:spPr>
              <a:xfrm>
                <a:off x="16300" y="4869"/>
                <a:ext cx="1604" cy="454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提成结算</a:t>
                </a:r>
              </a:p>
            </p:txBody>
          </p:sp>
          <p:sp>
            <p:nvSpPr>
              <p:cNvPr id="107" name="流程图: 过程 106"/>
              <p:cNvSpPr/>
              <p:nvPr>
                <p:custDataLst>
                  <p:tags r:id="rId44"/>
                </p:custDataLst>
              </p:nvPr>
            </p:nvSpPr>
            <p:spPr>
              <a:xfrm>
                <a:off x="16300" y="5747"/>
                <a:ext cx="1604" cy="454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提成统计表</a:t>
                </a:r>
              </a:p>
            </p:txBody>
          </p:sp>
          <p:cxnSp>
            <p:nvCxnSpPr>
              <p:cNvPr id="108" name="直接箭头连接符 107"/>
              <p:cNvCxnSpPr>
                <a:stCxn id="23" idx="2"/>
                <a:endCxn id="24" idx="0"/>
              </p:cNvCxnSpPr>
              <p:nvPr>
                <p:custDataLst>
                  <p:tags r:id="rId45"/>
                </p:custDataLst>
              </p:nvPr>
            </p:nvCxnSpPr>
            <p:spPr>
              <a:xfrm>
                <a:off x="17099" y="3652"/>
                <a:ext cx="6" cy="36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箭头连接符 108"/>
              <p:cNvCxnSpPr>
                <a:stCxn id="24" idx="2"/>
                <a:endCxn id="25" idx="0"/>
              </p:cNvCxnSpPr>
              <p:nvPr>
                <p:custDataLst>
                  <p:tags r:id="rId46"/>
                </p:custDataLst>
              </p:nvPr>
            </p:nvCxnSpPr>
            <p:spPr>
              <a:xfrm>
                <a:off x="17102" y="4466"/>
                <a:ext cx="0" cy="403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/>
              <p:cNvCxnSpPr>
                <a:stCxn id="25" idx="2"/>
                <a:endCxn id="107" idx="0"/>
              </p:cNvCxnSpPr>
              <p:nvPr>
                <p:custDataLst>
                  <p:tags r:id="rId47"/>
                </p:custDataLst>
              </p:nvPr>
            </p:nvCxnSpPr>
            <p:spPr>
              <a:xfrm flipH="1">
                <a:off x="17099" y="5322"/>
                <a:ext cx="6" cy="425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流程图: 过程 4"/>
            <p:cNvSpPr/>
            <p:nvPr>
              <p:custDataLst>
                <p:tags r:id="rId40"/>
              </p:custDataLst>
            </p:nvPr>
          </p:nvSpPr>
          <p:spPr>
            <a:xfrm>
              <a:off x="16914" y="8482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钉钉</a:t>
              </a:r>
              <a:r>
                <a:rPr lang="en-US" altLang="zh-CN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</a:t>
              </a: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企微集成</a:t>
              </a:r>
              <a:endPara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78790" y="2148205"/>
            <a:ext cx="1799590" cy="3652520"/>
            <a:chOff x="750" y="3383"/>
            <a:chExt cx="2834" cy="5752"/>
          </a:xfrm>
        </p:grpSpPr>
        <p:sp>
          <p:nvSpPr>
            <p:cNvPr id="320" name="矩形 319"/>
            <p:cNvSpPr/>
            <p:nvPr>
              <p:custDataLst>
                <p:tags r:id="rId25"/>
              </p:custDataLst>
            </p:nvPr>
          </p:nvSpPr>
          <p:spPr>
            <a:xfrm>
              <a:off x="750" y="3383"/>
              <a:ext cx="2835" cy="5752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21" name="文本框 320"/>
            <p:cNvSpPr txBox="1"/>
            <p:nvPr>
              <p:custDataLst>
                <p:tags r:id="rId26"/>
              </p:custDataLst>
            </p:nvPr>
          </p:nvSpPr>
          <p:spPr>
            <a:xfrm>
              <a:off x="1354" y="3586"/>
              <a:ext cx="1626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计划管理</a:t>
              </a:r>
            </a:p>
          </p:txBody>
        </p:sp>
        <p:grpSp>
          <p:nvGrpSpPr>
            <p:cNvPr id="111" name="组合 110"/>
            <p:cNvGrpSpPr/>
            <p:nvPr/>
          </p:nvGrpSpPr>
          <p:grpSpPr>
            <a:xfrm>
              <a:off x="1355" y="4268"/>
              <a:ext cx="1624" cy="4676"/>
              <a:chOff x="992" y="4268"/>
              <a:chExt cx="1624" cy="4676"/>
            </a:xfrm>
          </p:grpSpPr>
          <p:sp>
            <p:nvSpPr>
              <p:cNvPr id="112" name="流程图: 过程 111"/>
              <p:cNvSpPr/>
              <p:nvPr>
                <p:custDataLst>
                  <p:tags r:id="rId27"/>
                </p:custDataLst>
              </p:nvPr>
            </p:nvSpPr>
            <p:spPr>
              <a:xfrm>
                <a:off x="992" y="4268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项目档案</a:t>
                </a:r>
              </a:p>
            </p:txBody>
          </p:sp>
          <p:sp>
            <p:nvSpPr>
              <p:cNvPr id="113" name="流程图: 过程 112"/>
              <p:cNvSpPr/>
              <p:nvPr>
                <p:custDataLst>
                  <p:tags r:id="rId28"/>
                </p:custDataLst>
              </p:nvPr>
            </p:nvSpPr>
            <p:spPr>
              <a:xfrm>
                <a:off x="992" y="5064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项目计划</a:t>
                </a:r>
              </a:p>
            </p:txBody>
          </p:sp>
          <p:sp>
            <p:nvSpPr>
              <p:cNvPr id="114" name="流程图: 过程 113"/>
              <p:cNvSpPr/>
              <p:nvPr>
                <p:custDataLst>
                  <p:tags r:id="rId29"/>
                </p:custDataLst>
              </p:nvPr>
            </p:nvSpPr>
            <p:spPr>
              <a:xfrm>
                <a:off x="992" y="5904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我的任务</a:t>
                </a:r>
              </a:p>
            </p:txBody>
          </p:sp>
          <p:sp>
            <p:nvSpPr>
              <p:cNvPr id="115" name="流程图: 过程 114"/>
              <p:cNvSpPr/>
              <p:nvPr>
                <p:custDataLst>
                  <p:tags r:id="rId30"/>
                </p:custDataLst>
              </p:nvPr>
            </p:nvSpPr>
            <p:spPr>
              <a:xfrm>
                <a:off x="992" y="6766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进度填报</a:t>
                </a:r>
                <a:endPara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流程图: 过程 115"/>
              <p:cNvSpPr/>
              <p:nvPr>
                <p:custDataLst>
                  <p:tags r:id="rId31"/>
                </p:custDataLst>
              </p:nvPr>
            </p:nvSpPr>
            <p:spPr>
              <a:xfrm>
                <a:off x="992" y="7628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工时填报</a:t>
                </a:r>
                <a:endPara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7" name="直接箭头连接符 116"/>
              <p:cNvCxnSpPr>
                <a:stCxn id="112" idx="2"/>
                <a:endCxn id="113" idx="0"/>
              </p:cNvCxnSpPr>
              <p:nvPr>
                <p:custDataLst>
                  <p:tags r:id="rId32"/>
                </p:custDataLst>
              </p:nvPr>
            </p:nvCxnSpPr>
            <p:spPr>
              <a:xfrm>
                <a:off x="1801" y="4714"/>
                <a:ext cx="6" cy="359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/>
              <p:cNvCxnSpPr>
                <a:stCxn id="113" idx="2"/>
                <a:endCxn id="114" idx="0"/>
              </p:cNvCxnSpPr>
              <p:nvPr>
                <p:custDataLst>
                  <p:tags r:id="rId33"/>
                </p:custDataLst>
              </p:nvPr>
            </p:nvCxnSpPr>
            <p:spPr>
              <a:xfrm>
                <a:off x="1805" y="5510"/>
                <a:ext cx="0" cy="403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箭头连接符 118"/>
              <p:cNvCxnSpPr>
                <a:stCxn id="114" idx="2"/>
                <a:endCxn id="115" idx="0"/>
              </p:cNvCxnSpPr>
              <p:nvPr>
                <p:custDataLst>
                  <p:tags r:id="rId34"/>
                </p:custDataLst>
              </p:nvPr>
            </p:nvCxnSpPr>
            <p:spPr>
              <a:xfrm flipH="1">
                <a:off x="1801" y="6350"/>
                <a:ext cx="6" cy="425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/>
              <p:cNvCxnSpPr/>
              <p:nvPr>
                <p:custDataLst>
                  <p:tags r:id="rId35"/>
                </p:custDataLst>
              </p:nvPr>
            </p:nvCxnSpPr>
            <p:spPr>
              <a:xfrm flipH="1">
                <a:off x="1801" y="7212"/>
                <a:ext cx="6" cy="425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流程图: 过程 120"/>
              <p:cNvSpPr/>
              <p:nvPr>
                <p:custDataLst>
                  <p:tags r:id="rId36"/>
                </p:custDataLst>
              </p:nvPr>
            </p:nvSpPr>
            <p:spPr>
              <a:xfrm>
                <a:off x="992" y="8490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状态变更</a:t>
                </a:r>
              </a:p>
            </p:txBody>
          </p:sp>
          <p:cxnSp>
            <p:nvCxnSpPr>
              <p:cNvPr id="122" name="直接箭头连接符 121"/>
              <p:cNvCxnSpPr/>
              <p:nvPr>
                <p:custDataLst>
                  <p:tags r:id="rId37"/>
                </p:custDataLst>
              </p:nvPr>
            </p:nvCxnSpPr>
            <p:spPr>
              <a:xfrm flipH="1">
                <a:off x="1807" y="8074"/>
                <a:ext cx="6" cy="425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5" name="肘形连接符 14"/>
          <p:cNvCxnSpPr>
            <a:stCxn id="273" idx="2"/>
            <a:endCxn id="265" idx="0"/>
          </p:cNvCxnSpPr>
          <p:nvPr/>
        </p:nvCxnSpPr>
        <p:spPr>
          <a:xfrm rot="5400000">
            <a:off x="6912610" y="2769235"/>
            <a:ext cx="681355" cy="21971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307" idx="1"/>
          </p:cNvCxnSpPr>
          <p:nvPr/>
        </p:nvCxnSpPr>
        <p:spPr>
          <a:xfrm rot="5400000" flipV="1">
            <a:off x="7167880" y="3277870"/>
            <a:ext cx="2019300" cy="2844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圆角矩形 49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业务流程图：项目型销售（一）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1104138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适用于按照项目进行销售的企业，如建材（钢材、瓷砖、卫浴）、不管安装过程的设备（如医疗设备）、品牌连锁、直营门店等。</a:t>
            </a:r>
            <a:endParaRPr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矩形 148"/>
          <p:cNvSpPr/>
          <p:nvPr>
            <p:custDataLst>
              <p:tags r:id="rId2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3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4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5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6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7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8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9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0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8" name="箭头: 下 88"/>
          <p:cNvSpPr/>
          <p:nvPr>
            <p:custDataLst>
              <p:tags r:id="rId11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2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3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4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5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6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7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8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19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20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1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340" name="流程图: 过程 339"/>
          <p:cNvSpPr/>
          <p:nvPr>
            <p:custDataLst>
              <p:tags r:id="rId22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23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24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25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240145" y="2147570"/>
            <a:ext cx="5454015" cy="460375"/>
            <a:chOff x="7538" y="3382"/>
            <a:chExt cx="8589" cy="725"/>
          </a:xfrm>
        </p:grpSpPr>
        <p:sp>
          <p:nvSpPr>
            <p:cNvPr id="353" name="矩形 352"/>
            <p:cNvSpPr/>
            <p:nvPr>
              <p:custDataLst>
                <p:tags r:id="rId74"/>
              </p:custDataLst>
            </p:nvPr>
          </p:nvSpPr>
          <p:spPr>
            <a:xfrm flipV="1">
              <a:off x="7538" y="3382"/>
              <a:ext cx="8589" cy="725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273" name="流程图: 过程 272"/>
            <p:cNvSpPr/>
            <p:nvPr>
              <p:custDataLst>
                <p:tags r:id="rId75"/>
              </p:custDataLst>
            </p:nvPr>
          </p:nvSpPr>
          <p:spPr>
            <a:xfrm>
              <a:off x="11773" y="3529"/>
              <a:ext cx="1624" cy="455"/>
            </a:xfrm>
            <a:prstGeom prst="flowChartProcess">
              <a:avLst/>
            </a:prstGeom>
            <a:solidFill>
              <a:srgbClr val="F76D07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项目预算</a:t>
              </a:r>
            </a:p>
          </p:txBody>
        </p:sp>
        <p:sp>
          <p:nvSpPr>
            <p:cNvPr id="347" name="文本框 346"/>
            <p:cNvSpPr txBox="1"/>
            <p:nvPr>
              <p:custDataLst>
                <p:tags r:id="rId76"/>
              </p:custDataLst>
            </p:nvPr>
          </p:nvSpPr>
          <p:spPr>
            <a:xfrm>
              <a:off x="8547" y="3529"/>
              <a:ext cx="1589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预算管理</a:t>
              </a:r>
            </a:p>
          </p:txBody>
        </p:sp>
        <p:sp>
          <p:nvSpPr>
            <p:cNvPr id="348" name="流程图: 过程 347"/>
            <p:cNvSpPr/>
            <p:nvPr>
              <p:custDataLst>
                <p:tags r:id="rId77"/>
              </p:custDataLst>
            </p:nvPr>
          </p:nvSpPr>
          <p:spPr>
            <a:xfrm>
              <a:off x="14251" y="3529"/>
              <a:ext cx="1624" cy="455"/>
            </a:xfrm>
            <a:prstGeom prst="flowChartProcess">
              <a:avLst/>
            </a:prstGeom>
            <a:solidFill>
              <a:srgbClr val="F76D07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预算调整</a:t>
              </a:r>
            </a:p>
          </p:txBody>
        </p:sp>
        <p:cxnSp>
          <p:nvCxnSpPr>
            <p:cNvPr id="349" name="直接箭头连接符 35"/>
            <p:cNvCxnSpPr>
              <a:stCxn id="273" idx="3"/>
              <a:endCxn id="348" idx="1"/>
            </p:cNvCxnSpPr>
            <p:nvPr>
              <p:custDataLst>
                <p:tags r:id="rId78"/>
              </p:custDataLst>
            </p:nvPr>
          </p:nvCxnSpPr>
          <p:spPr>
            <a:xfrm>
              <a:off x="13397" y="3757"/>
              <a:ext cx="854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0" name="矩形 319"/>
          <p:cNvSpPr/>
          <p:nvPr>
            <p:custDataLst>
              <p:tags r:id="rId26"/>
            </p:custDataLst>
          </p:nvPr>
        </p:nvSpPr>
        <p:spPr>
          <a:xfrm>
            <a:off x="478790" y="2148205"/>
            <a:ext cx="1908175" cy="365252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321" name="文本框 320"/>
          <p:cNvSpPr txBox="1"/>
          <p:nvPr>
            <p:custDataLst>
              <p:tags r:id="rId27"/>
            </p:custDataLst>
          </p:nvPr>
        </p:nvSpPr>
        <p:spPr>
          <a:xfrm>
            <a:off x="916940" y="2277110"/>
            <a:ext cx="1032510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计划管理</a:t>
            </a:r>
          </a:p>
        </p:txBody>
      </p:sp>
      <p:grpSp>
        <p:nvGrpSpPr>
          <p:cNvPr id="111" name="组合 110"/>
          <p:cNvGrpSpPr/>
          <p:nvPr/>
        </p:nvGrpSpPr>
        <p:grpSpPr>
          <a:xfrm>
            <a:off x="917575" y="2710180"/>
            <a:ext cx="1031240" cy="2969260"/>
            <a:chOff x="992" y="4268"/>
            <a:chExt cx="1624" cy="4676"/>
          </a:xfrm>
        </p:grpSpPr>
        <p:sp>
          <p:nvSpPr>
            <p:cNvPr id="112" name="流程图: 过程 111"/>
            <p:cNvSpPr/>
            <p:nvPr>
              <p:custDataLst>
                <p:tags r:id="rId63"/>
              </p:custDataLst>
            </p:nvPr>
          </p:nvSpPr>
          <p:spPr>
            <a:xfrm>
              <a:off x="992" y="426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项目档案</a:t>
              </a:r>
            </a:p>
          </p:txBody>
        </p:sp>
        <p:sp>
          <p:nvSpPr>
            <p:cNvPr id="113" name="流程图: 过程 112"/>
            <p:cNvSpPr/>
            <p:nvPr>
              <p:custDataLst>
                <p:tags r:id="rId64"/>
              </p:custDataLst>
            </p:nvPr>
          </p:nvSpPr>
          <p:spPr>
            <a:xfrm>
              <a:off x="992" y="506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</a:p>
          </p:txBody>
        </p:sp>
        <p:sp>
          <p:nvSpPr>
            <p:cNvPr id="114" name="流程图: 过程 113"/>
            <p:cNvSpPr/>
            <p:nvPr>
              <p:custDataLst>
                <p:tags r:id="rId65"/>
              </p:custDataLst>
            </p:nvPr>
          </p:nvSpPr>
          <p:spPr>
            <a:xfrm>
              <a:off x="992" y="5904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我的任务</a:t>
              </a:r>
            </a:p>
          </p:txBody>
        </p:sp>
        <p:sp>
          <p:nvSpPr>
            <p:cNvPr id="115" name="流程图: 过程 114"/>
            <p:cNvSpPr/>
            <p:nvPr>
              <p:custDataLst>
                <p:tags r:id="rId66"/>
              </p:custDataLst>
            </p:nvPr>
          </p:nvSpPr>
          <p:spPr>
            <a:xfrm>
              <a:off x="992" y="6766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进度填报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流程图: 过程 115"/>
            <p:cNvSpPr/>
            <p:nvPr>
              <p:custDataLst>
                <p:tags r:id="rId67"/>
              </p:custDataLst>
            </p:nvPr>
          </p:nvSpPr>
          <p:spPr>
            <a:xfrm>
              <a:off x="992" y="7628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工时填报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7" name="直接箭头连接符 116"/>
            <p:cNvCxnSpPr>
              <a:stCxn id="112" idx="2"/>
              <a:endCxn id="113" idx="0"/>
            </p:cNvCxnSpPr>
            <p:nvPr>
              <p:custDataLst>
                <p:tags r:id="rId68"/>
              </p:custDataLst>
            </p:nvPr>
          </p:nvCxnSpPr>
          <p:spPr>
            <a:xfrm>
              <a:off x="1801" y="4714"/>
              <a:ext cx="6" cy="359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/>
            <p:cNvCxnSpPr>
              <a:stCxn id="113" idx="2"/>
              <a:endCxn id="114" idx="0"/>
            </p:cNvCxnSpPr>
            <p:nvPr>
              <p:custDataLst>
                <p:tags r:id="rId69"/>
              </p:custDataLst>
            </p:nvPr>
          </p:nvCxnSpPr>
          <p:spPr>
            <a:xfrm>
              <a:off x="1805" y="5510"/>
              <a:ext cx="0" cy="403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>
              <a:stCxn id="114" idx="2"/>
              <a:endCxn id="115" idx="0"/>
            </p:cNvCxnSpPr>
            <p:nvPr>
              <p:custDataLst>
                <p:tags r:id="rId70"/>
              </p:custDataLst>
            </p:nvPr>
          </p:nvCxnSpPr>
          <p:spPr>
            <a:xfrm flipH="1">
              <a:off x="1801" y="6350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/>
            <p:nvPr>
              <p:custDataLst>
                <p:tags r:id="rId71"/>
              </p:custDataLst>
            </p:nvPr>
          </p:nvCxnSpPr>
          <p:spPr>
            <a:xfrm flipH="1">
              <a:off x="1801" y="7212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流程图: 过程 120"/>
            <p:cNvSpPr/>
            <p:nvPr>
              <p:custDataLst>
                <p:tags r:id="rId72"/>
              </p:custDataLst>
            </p:nvPr>
          </p:nvSpPr>
          <p:spPr>
            <a:xfrm>
              <a:off x="992" y="8490"/>
              <a:ext cx="1624" cy="455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状态变更</a:t>
              </a:r>
            </a:p>
          </p:txBody>
        </p:sp>
        <p:cxnSp>
          <p:nvCxnSpPr>
            <p:cNvPr id="122" name="直接箭头连接符 121"/>
            <p:cNvCxnSpPr/>
            <p:nvPr>
              <p:custDataLst>
                <p:tags r:id="rId73"/>
              </p:custDataLst>
            </p:nvPr>
          </p:nvCxnSpPr>
          <p:spPr>
            <a:xfrm flipH="1">
              <a:off x="1807" y="8074"/>
              <a:ext cx="6" cy="425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/>
        </p:nvGrpSpPr>
        <p:grpSpPr>
          <a:xfrm>
            <a:off x="2788920" y="2148205"/>
            <a:ext cx="3048000" cy="3652520"/>
            <a:chOff x="-5672" y="3383"/>
            <a:chExt cx="4800" cy="5752"/>
          </a:xfrm>
        </p:grpSpPr>
        <p:grpSp>
          <p:nvGrpSpPr>
            <p:cNvPr id="19" name="组合 18"/>
            <p:cNvGrpSpPr/>
            <p:nvPr/>
          </p:nvGrpSpPr>
          <p:grpSpPr>
            <a:xfrm>
              <a:off x="-5672" y="3383"/>
              <a:ext cx="4800" cy="5752"/>
              <a:chOff x="1734" y="3383"/>
              <a:chExt cx="4800" cy="5752"/>
            </a:xfrm>
          </p:grpSpPr>
          <p:sp>
            <p:nvSpPr>
              <p:cNvPr id="7" name="矩形 6"/>
              <p:cNvSpPr/>
              <p:nvPr>
                <p:custDataLst>
                  <p:tags r:id="rId52"/>
                </p:custDataLst>
              </p:nvPr>
            </p:nvSpPr>
            <p:spPr>
              <a:xfrm>
                <a:off x="1734" y="3383"/>
                <a:ext cx="4800" cy="575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2225" y="5044"/>
                <a:ext cx="3764" cy="3889"/>
                <a:chOff x="2225" y="5044"/>
                <a:chExt cx="3764" cy="3889"/>
              </a:xfrm>
            </p:grpSpPr>
            <p:sp>
              <p:nvSpPr>
                <p:cNvPr id="8" name="流程图: 过程 7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4388" y="5044"/>
                  <a:ext cx="1601" cy="453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销售报价</a:t>
                  </a:r>
                </a:p>
              </p:txBody>
            </p:sp>
            <p:sp>
              <p:nvSpPr>
                <p:cNvPr id="13" name="流程图: 过程 12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4382" y="6764"/>
                  <a:ext cx="1601" cy="453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dirty="0">
                      <a:solidFill>
                        <a:prstClr val="white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销售出库</a:t>
                  </a:r>
                  <a:endPara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" name="流程图: 过程 13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4382" y="7649"/>
                  <a:ext cx="1601" cy="453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收款单</a:t>
                  </a:r>
                </a:p>
              </p:txBody>
            </p:sp>
            <p:cxnSp>
              <p:nvCxnSpPr>
                <p:cNvPr id="15" name="直接箭头连接符 14"/>
                <p:cNvCxnSpPr>
                  <a:stCxn id="8" idx="2"/>
                  <a:endCxn id="12" idx="0"/>
                </p:cNvCxnSpPr>
                <p:nvPr>
                  <p:custDataLst>
                    <p:tags r:id="rId56"/>
                  </p:custDataLst>
                </p:nvPr>
              </p:nvCxnSpPr>
              <p:spPr>
                <a:xfrm flipH="1">
                  <a:off x="5183" y="5497"/>
                  <a:ext cx="6" cy="38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箭头连接符 15"/>
                <p:cNvCxnSpPr>
                  <a:stCxn id="12" idx="2"/>
                  <a:endCxn id="13" idx="0"/>
                </p:cNvCxnSpPr>
                <p:nvPr>
                  <p:custDataLst>
                    <p:tags r:id="rId57"/>
                  </p:custDataLst>
                </p:nvPr>
              </p:nvCxnSpPr>
              <p:spPr>
                <a:xfrm>
                  <a:off x="5183" y="6334"/>
                  <a:ext cx="0" cy="43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箭头连接符 16"/>
                <p:cNvCxnSpPr>
                  <a:stCxn id="13" idx="2"/>
                  <a:endCxn id="14" idx="0"/>
                </p:cNvCxnSpPr>
                <p:nvPr>
                  <p:custDataLst>
                    <p:tags r:id="rId58"/>
                  </p:custDataLst>
                </p:nvPr>
              </p:nvCxnSpPr>
              <p:spPr>
                <a:xfrm>
                  <a:off x="5182" y="7218"/>
                  <a:ext cx="0" cy="431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" name="组合 9"/>
                <p:cNvGrpSpPr/>
                <p:nvPr/>
              </p:nvGrpSpPr>
              <p:grpSpPr>
                <a:xfrm>
                  <a:off x="2225" y="7628"/>
                  <a:ext cx="1607" cy="1305"/>
                  <a:chOff x="2315" y="8295"/>
                  <a:chExt cx="1607" cy="1305"/>
                </a:xfrm>
              </p:grpSpPr>
              <p:sp>
                <p:nvSpPr>
                  <p:cNvPr id="23" name="流程图: 过程 22"/>
                  <p:cNvSpPr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2315" y="8295"/>
                    <a:ext cx="1601" cy="453"/>
                  </a:xfrm>
                  <a:prstGeom prst="flowChartProcess">
                    <a:avLst/>
                  </a:prstGeom>
                  <a:solidFill>
                    <a:srgbClr val="05C8C8"/>
                  </a:solidFill>
                  <a:ln w="12700">
                    <a:noFill/>
                  </a:ln>
                  <a:effectLst/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保证金付款</a:t>
                    </a:r>
                  </a:p>
                </p:txBody>
              </p:sp>
              <p:sp>
                <p:nvSpPr>
                  <p:cNvPr id="24" name="流程图: 过程 23"/>
                  <p:cNvSpPr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2322" y="9148"/>
                    <a:ext cx="1601" cy="453"/>
                  </a:xfrm>
                  <a:prstGeom prst="flowChartProcess">
                    <a:avLst/>
                  </a:prstGeom>
                  <a:solidFill>
                    <a:srgbClr val="05C8C8"/>
                  </a:solidFill>
                  <a:ln w="12700">
                    <a:noFill/>
                  </a:ln>
                  <a:effectLst/>
                </p:spPr>
                <p:style>
                  <a:lnRef idx="3">
                    <a:schemeClr val="lt1"/>
                  </a:lnRef>
                  <a:fillRef idx="1">
                    <a:schemeClr val="accent3"/>
                  </a:fillRef>
                  <a:effectRef idx="1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lIns="0" rIns="0"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zh-CN" altLang="en-US" sz="10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保证金退回</a:t>
                    </a:r>
                  </a:p>
                </p:txBody>
              </p:sp>
              <p:cxnSp>
                <p:nvCxnSpPr>
                  <p:cNvPr id="25" name="直接箭头连接符 24"/>
                  <p:cNvCxnSpPr>
                    <a:stCxn id="23" idx="2"/>
                    <a:endCxn id="24" idx="0"/>
                  </p:cNvCxnSpPr>
                  <p:nvPr>
                    <p:custDataLst>
                      <p:tags r:id="rId62"/>
                    </p:custDataLst>
                  </p:nvPr>
                </p:nvCxnSpPr>
                <p:spPr>
                  <a:xfrm>
                    <a:off x="3116" y="8748"/>
                    <a:ext cx="7" cy="400"/>
                  </a:xfrm>
                  <a:prstGeom prst="straightConnector1">
                    <a:avLst/>
                  </a:prstGeom>
                  <a:ln w="19050">
                    <a:solidFill>
                      <a:schemeClr val="tx1">
                        <a:lumMod val="50000"/>
                        <a:lumOff val="50000"/>
                      </a:schemeClr>
                    </a:solidFill>
                    <a:tailEnd type="triangle" w="lg" len="lg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1" name="肘形连接符 60"/>
                <p:cNvCxnSpPr>
                  <a:stCxn id="8" idx="1"/>
                  <a:endCxn id="14" idx="1"/>
                </p:cNvCxnSpPr>
                <p:nvPr>
                  <p:custDataLst>
                    <p:tags r:id="rId59"/>
                  </p:custDataLst>
                </p:nvPr>
              </p:nvCxnSpPr>
              <p:spPr>
                <a:xfrm rot="10800000" flipV="1">
                  <a:off x="4382" y="5271"/>
                  <a:ext cx="6" cy="2605"/>
                </a:xfrm>
                <a:prstGeom prst="bentConnector3">
                  <a:avLst>
                    <a:gd name="adj1" fmla="val 6350000"/>
                  </a:avLst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" name="流程图: 过程 11"/>
            <p:cNvSpPr/>
            <p:nvPr>
              <p:custDataLst>
                <p:tags r:id="rId51"/>
              </p:custDataLst>
            </p:nvPr>
          </p:nvSpPr>
          <p:spPr>
            <a:xfrm>
              <a:off x="-3024" y="5881"/>
              <a:ext cx="1601" cy="45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销售订单</a:t>
              </a:r>
            </a:p>
          </p:txBody>
        </p:sp>
      </p:grpSp>
      <p:sp>
        <p:nvSpPr>
          <p:cNvPr id="252" name="文本框 251"/>
          <p:cNvSpPr txBox="1"/>
          <p:nvPr>
            <p:custDataLst>
              <p:tags r:id="rId28"/>
            </p:custDataLst>
          </p:nvPr>
        </p:nvSpPr>
        <p:spPr>
          <a:xfrm>
            <a:off x="3960495" y="2778125"/>
            <a:ext cx="1017905" cy="2882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销售管理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9787890" y="2651125"/>
            <a:ext cx="1907540" cy="3162300"/>
            <a:chOff x="11254" y="4175"/>
            <a:chExt cx="3004" cy="4980"/>
          </a:xfrm>
        </p:grpSpPr>
        <p:sp>
          <p:nvSpPr>
            <p:cNvPr id="28" name="矩形 27"/>
            <p:cNvSpPr/>
            <p:nvPr>
              <p:custDataLst>
                <p:tags r:id="rId43"/>
              </p:custDataLst>
            </p:nvPr>
          </p:nvSpPr>
          <p:spPr>
            <a:xfrm>
              <a:off x="11254" y="4175"/>
              <a:ext cx="3005" cy="4981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2" name="流程图: 过程 31"/>
            <p:cNvSpPr/>
            <p:nvPr>
              <p:custDataLst>
                <p:tags r:id="rId44"/>
              </p:custDataLst>
            </p:nvPr>
          </p:nvSpPr>
          <p:spPr>
            <a:xfrm>
              <a:off x="11956" y="8500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费用分摊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45"/>
              </p:custDataLst>
            </p:nvPr>
          </p:nvSpPr>
          <p:spPr>
            <a:xfrm>
              <a:off x="12020" y="4378"/>
              <a:ext cx="147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费用管理</a:t>
              </a:r>
            </a:p>
          </p:txBody>
        </p:sp>
        <p:sp>
          <p:nvSpPr>
            <p:cNvPr id="34" name="流程图: 过程 33"/>
            <p:cNvSpPr/>
            <p:nvPr>
              <p:custDataLst>
                <p:tags r:id="rId46"/>
              </p:custDataLst>
            </p:nvPr>
          </p:nvSpPr>
          <p:spPr>
            <a:xfrm>
              <a:off x="11956" y="5942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借款单</a:t>
              </a:r>
            </a:p>
          </p:txBody>
        </p:sp>
        <p:sp>
          <p:nvSpPr>
            <p:cNvPr id="35" name="流程图: 过程 34"/>
            <p:cNvSpPr/>
            <p:nvPr>
              <p:custDataLst>
                <p:tags r:id="rId47"/>
              </p:custDataLst>
            </p:nvPr>
          </p:nvSpPr>
          <p:spPr>
            <a:xfrm>
              <a:off x="11956" y="6775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报销单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流程图: 过程 35"/>
            <p:cNvSpPr/>
            <p:nvPr>
              <p:custDataLst>
                <p:tags r:id="rId48"/>
              </p:custDataLst>
            </p:nvPr>
          </p:nvSpPr>
          <p:spPr>
            <a:xfrm>
              <a:off x="11956" y="7668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还款单</a:t>
              </a:r>
            </a:p>
          </p:txBody>
        </p:sp>
        <p:cxnSp>
          <p:nvCxnSpPr>
            <p:cNvPr id="37" name="直接箭头连接符 36"/>
            <p:cNvCxnSpPr>
              <a:stCxn id="34" idx="2"/>
              <a:endCxn id="35" idx="0"/>
            </p:cNvCxnSpPr>
            <p:nvPr>
              <p:custDataLst>
                <p:tags r:id="rId49"/>
              </p:custDataLst>
            </p:nvPr>
          </p:nvCxnSpPr>
          <p:spPr>
            <a:xfrm flipH="1">
              <a:off x="12751" y="6396"/>
              <a:ext cx="12" cy="37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35" idx="2"/>
              <a:endCxn id="36" idx="0"/>
            </p:cNvCxnSpPr>
            <p:nvPr>
              <p:custDataLst>
                <p:tags r:id="rId50"/>
              </p:custDataLst>
            </p:nvPr>
          </p:nvCxnSpPr>
          <p:spPr>
            <a:xfrm>
              <a:off x="12756" y="7228"/>
              <a:ext cx="1" cy="44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6239510" y="2651125"/>
            <a:ext cx="3145790" cy="3162935"/>
            <a:chOff x="9245" y="4175"/>
            <a:chExt cx="4954" cy="4981"/>
          </a:xfrm>
        </p:grpSpPr>
        <p:grpSp>
          <p:nvGrpSpPr>
            <p:cNvPr id="39" name="组合 38"/>
            <p:cNvGrpSpPr/>
            <p:nvPr/>
          </p:nvGrpSpPr>
          <p:grpSpPr>
            <a:xfrm>
              <a:off x="9245" y="4175"/>
              <a:ext cx="4954" cy="4981"/>
              <a:chOff x="7002" y="4175"/>
              <a:chExt cx="4954" cy="4981"/>
            </a:xfrm>
          </p:grpSpPr>
          <p:sp>
            <p:nvSpPr>
              <p:cNvPr id="62" name="矩形 61"/>
              <p:cNvSpPr/>
              <p:nvPr>
                <p:custDataLst>
                  <p:tags r:id="rId32"/>
                </p:custDataLst>
              </p:nvPr>
            </p:nvSpPr>
            <p:spPr>
              <a:xfrm>
                <a:off x="7002" y="4175"/>
                <a:ext cx="4954" cy="498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流程图: 过程 62"/>
              <p:cNvSpPr/>
              <p:nvPr>
                <p:custDataLst>
                  <p:tags r:id="rId33"/>
                </p:custDataLst>
              </p:nvPr>
            </p:nvSpPr>
            <p:spPr>
              <a:xfrm>
                <a:off x="9623" y="5044"/>
                <a:ext cx="1601" cy="453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采购申请</a:t>
                </a:r>
              </a:p>
            </p:txBody>
          </p:sp>
          <p:sp>
            <p:nvSpPr>
              <p:cNvPr id="65" name="流程图: 过程 64"/>
              <p:cNvSpPr/>
              <p:nvPr>
                <p:custDataLst>
                  <p:tags r:id="rId34"/>
                </p:custDataLst>
              </p:nvPr>
            </p:nvSpPr>
            <p:spPr>
              <a:xfrm>
                <a:off x="9623" y="5881"/>
                <a:ext cx="1601" cy="453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采购订单</a:t>
                </a:r>
              </a:p>
            </p:txBody>
          </p:sp>
          <p:sp>
            <p:nvSpPr>
              <p:cNvPr id="66" name="流程图: 过程 65"/>
              <p:cNvSpPr/>
              <p:nvPr>
                <p:custDataLst>
                  <p:tags r:id="rId35"/>
                </p:custDataLst>
              </p:nvPr>
            </p:nvSpPr>
            <p:spPr>
              <a:xfrm>
                <a:off x="9617" y="6764"/>
                <a:ext cx="1601" cy="453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采购入库</a:t>
                </a:r>
                <a:endPara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7" name="流程图: 过程 66"/>
              <p:cNvSpPr/>
              <p:nvPr>
                <p:custDataLst>
                  <p:tags r:id="rId36"/>
                </p:custDataLst>
              </p:nvPr>
            </p:nvSpPr>
            <p:spPr>
              <a:xfrm>
                <a:off x="9617" y="7649"/>
                <a:ext cx="1601" cy="453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付款单</a:t>
                </a:r>
              </a:p>
            </p:txBody>
          </p:sp>
          <p:cxnSp>
            <p:nvCxnSpPr>
              <p:cNvPr id="68" name="直接箭头连接符 67"/>
              <p:cNvCxnSpPr>
                <a:stCxn id="63" idx="2"/>
                <a:endCxn id="65" idx="0"/>
              </p:cNvCxnSpPr>
              <p:nvPr>
                <p:custDataLst>
                  <p:tags r:id="rId37"/>
                </p:custDataLst>
              </p:nvPr>
            </p:nvCxnSpPr>
            <p:spPr>
              <a:xfrm>
                <a:off x="10423" y="5497"/>
                <a:ext cx="0" cy="38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箭头连接符 68"/>
              <p:cNvCxnSpPr>
                <a:stCxn id="65" idx="2"/>
                <a:endCxn id="66" idx="0"/>
              </p:cNvCxnSpPr>
              <p:nvPr>
                <p:custDataLst>
                  <p:tags r:id="rId38"/>
                </p:custDataLst>
              </p:nvPr>
            </p:nvCxnSpPr>
            <p:spPr>
              <a:xfrm flipH="1">
                <a:off x="10417" y="6334"/>
                <a:ext cx="6" cy="430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箭头连接符 69"/>
              <p:cNvCxnSpPr>
                <a:stCxn id="66" idx="2"/>
                <a:endCxn id="67" idx="0"/>
              </p:cNvCxnSpPr>
              <p:nvPr>
                <p:custDataLst>
                  <p:tags r:id="rId39"/>
                </p:custDataLst>
              </p:nvPr>
            </p:nvCxnSpPr>
            <p:spPr>
              <a:xfrm>
                <a:off x="10417" y="7218"/>
                <a:ext cx="0" cy="431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组合 10"/>
              <p:cNvGrpSpPr/>
              <p:nvPr/>
            </p:nvGrpSpPr>
            <p:grpSpPr>
              <a:xfrm>
                <a:off x="7834" y="7628"/>
                <a:ext cx="1607" cy="1305"/>
                <a:chOff x="7237" y="8295"/>
                <a:chExt cx="1607" cy="1305"/>
              </a:xfrm>
            </p:grpSpPr>
            <p:sp>
              <p:nvSpPr>
                <p:cNvPr id="71" name="流程图: 过程 7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7237" y="8295"/>
                  <a:ext cx="1601" cy="453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保证金收款</a:t>
                  </a:r>
                </a:p>
              </p:txBody>
            </p:sp>
            <p:sp>
              <p:nvSpPr>
                <p:cNvPr id="72" name="流程图: 过程 7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7244" y="9148"/>
                  <a:ext cx="1601" cy="453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保证金退回</a:t>
                  </a:r>
                </a:p>
              </p:txBody>
            </p:sp>
            <p:cxnSp>
              <p:nvCxnSpPr>
                <p:cNvPr id="73" name="直接箭头连接符 72"/>
                <p:cNvCxnSpPr>
                  <a:stCxn id="71" idx="2"/>
                  <a:endCxn id="72" idx="0"/>
                </p:cNvCxnSpPr>
                <p:nvPr>
                  <p:custDataLst>
                    <p:tags r:id="rId42"/>
                  </p:custDataLst>
                </p:nvPr>
              </p:nvCxnSpPr>
              <p:spPr>
                <a:xfrm>
                  <a:off x="8038" y="8748"/>
                  <a:ext cx="7" cy="400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2" name="文本框 41"/>
            <p:cNvSpPr txBox="1"/>
            <p:nvPr>
              <p:custDataLst>
                <p:tags r:id="rId31"/>
              </p:custDataLst>
            </p:nvPr>
          </p:nvSpPr>
          <p:spPr>
            <a:xfrm>
              <a:off x="10885" y="4375"/>
              <a:ext cx="1603" cy="45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采购管理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487035" y="3347085"/>
            <a:ext cx="2416810" cy="531495"/>
            <a:chOff x="8641" y="5271"/>
            <a:chExt cx="3806" cy="837"/>
          </a:xfrm>
        </p:grpSpPr>
        <p:cxnSp>
          <p:nvCxnSpPr>
            <p:cNvPr id="75" name="直接箭头连接符 74"/>
            <p:cNvCxnSpPr>
              <a:stCxn id="12" idx="3"/>
              <a:endCxn id="65" idx="1"/>
            </p:cNvCxnSpPr>
            <p:nvPr>
              <p:custDataLst>
                <p:tags r:id="rId29"/>
              </p:custDataLst>
            </p:nvPr>
          </p:nvCxnSpPr>
          <p:spPr>
            <a:xfrm>
              <a:off x="8641" y="6108"/>
              <a:ext cx="3806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>
              <a:stCxn id="12" idx="3"/>
              <a:endCxn id="63" idx="1"/>
            </p:cNvCxnSpPr>
            <p:nvPr>
              <p:custDataLst>
                <p:tags r:id="rId30"/>
              </p:custDataLst>
            </p:nvPr>
          </p:nvCxnSpPr>
          <p:spPr>
            <a:xfrm flipV="1">
              <a:off x="8641" y="5271"/>
              <a:ext cx="3806" cy="837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肘形连接符 47"/>
          <p:cNvCxnSpPr>
            <a:stCxn id="273" idx="1"/>
            <a:endCxn id="63" idx="0"/>
          </p:cNvCxnSpPr>
          <p:nvPr/>
        </p:nvCxnSpPr>
        <p:spPr>
          <a:xfrm rot="10800000" flipV="1">
            <a:off x="8412480" y="2385060"/>
            <a:ext cx="516890" cy="81724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273" idx="2"/>
            <a:endCxn id="35" idx="1"/>
          </p:cNvCxnSpPr>
          <p:nvPr/>
        </p:nvCxnSpPr>
        <p:spPr>
          <a:xfrm rot="5400000" flipV="1">
            <a:off x="8881110" y="3093720"/>
            <a:ext cx="1916430" cy="78867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圆角矩形 43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业务流程图：项目型销售（二）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1104138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适用于按照项目进行销售的企业，如建材（钢材、瓷砖、卫浴）、不管安装过程的设备（如医疗设备）、品牌连锁、直营门店等。</a:t>
            </a:r>
            <a:endParaRPr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矩形 148"/>
          <p:cNvSpPr/>
          <p:nvPr>
            <p:custDataLst>
              <p:tags r:id="rId2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3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4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5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6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7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8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9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0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8" name="箭头: 下 88"/>
          <p:cNvSpPr/>
          <p:nvPr>
            <p:custDataLst>
              <p:tags r:id="rId11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2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3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4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5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6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7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8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19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20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1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340" name="流程图: 过程 339"/>
          <p:cNvSpPr/>
          <p:nvPr>
            <p:custDataLst>
              <p:tags r:id="rId22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23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24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25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829425" y="2147570"/>
            <a:ext cx="4864735" cy="460375"/>
            <a:chOff x="8466" y="3382"/>
            <a:chExt cx="7661" cy="725"/>
          </a:xfrm>
        </p:grpSpPr>
        <p:sp>
          <p:nvSpPr>
            <p:cNvPr id="353" name="矩形 352"/>
            <p:cNvSpPr/>
            <p:nvPr>
              <p:custDataLst>
                <p:tags r:id="rId77"/>
              </p:custDataLst>
            </p:nvPr>
          </p:nvSpPr>
          <p:spPr>
            <a:xfrm flipV="1">
              <a:off x="8466" y="3382"/>
              <a:ext cx="7661" cy="725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273" name="流程图: 过程 272"/>
            <p:cNvSpPr/>
            <p:nvPr>
              <p:custDataLst>
                <p:tags r:id="rId78"/>
              </p:custDataLst>
            </p:nvPr>
          </p:nvSpPr>
          <p:spPr>
            <a:xfrm>
              <a:off x="11773" y="3529"/>
              <a:ext cx="1624" cy="455"/>
            </a:xfrm>
            <a:prstGeom prst="flowChartProcess">
              <a:avLst/>
            </a:prstGeom>
            <a:solidFill>
              <a:srgbClr val="F76D07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项目预算</a:t>
              </a:r>
            </a:p>
          </p:txBody>
        </p:sp>
        <p:sp>
          <p:nvSpPr>
            <p:cNvPr id="347" name="文本框 346"/>
            <p:cNvSpPr txBox="1"/>
            <p:nvPr>
              <p:custDataLst>
                <p:tags r:id="rId79"/>
              </p:custDataLst>
            </p:nvPr>
          </p:nvSpPr>
          <p:spPr>
            <a:xfrm>
              <a:off x="8547" y="3529"/>
              <a:ext cx="1589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预算管理</a:t>
              </a:r>
            </a:p>
          </p:txBody>
        </p:sp>
        <p:sp>
          <p:nvSpPr>
            <p:cNvPr id="348" name="流程图: 过程 347"/>
            <p:cNvSpPr/>
            <p:nvPr>
              <p:custDataLst>
                <p:tags r:id="rId80"/>
              </p:custDataLst>
            </p:nvPr>
          </p:nvSpPr>
          <p:spPr>
            <a:xfrm>
              <a:off x="14251" y="3529"/>
              <a:ext cx="1624" cy="455"/>
            </a:xfrm>
            <a:prstGeom prst="flowChartProcess">
              <a:avLst/>
            </a:prstGeom>
            <a:solidFill>
              <a:srgbClr val="F76D07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预算调整</a:t>
              </a:r>
            </a:p>
          </p:txBody>
        </p:sp>
        <p:cxnSp>
          <p:nvCxnSpPr>
            <p:cNvPr id="349" name="直接箭头连接符 35"/>
            <p:cNvCxnSpPr>
              <a:stCxn id="273" idx="3"/>
              <a:endCxn id="348" idx="1"/>
            </p:cNvCxnSpPr>
            <p:nvPr>
              <p:custDataLst>
                <p:tags r:id="rId81"/>
              </p:custDataLst>
            </p:nvPr>
          </p:nvCxnSpPr>
          <p:spPr>
            <a:xfrm>
              <a:off x="13397" y="3757"/>
              <a:ext cx="854" cy="0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478790" y="2148205"/>
            <a:ext cx="2160270" cy="3652520"/>
            <a:chOff x="754" y="3383"/>
            <a:chExt cx="3402" cy="5752"/>
          </a:xfrm>
        </p:grpSpPr>
        <p:sp>
          <p:nvSpPr>
            <p:cNvPr id="320" name="矩形 319"/>
            <p:cNvSpPr/>
            <p:nvPr>
              <p:custDataLst>
                <p:tags r:id="rId64"/>
              </p:custDataLst>
            </p:nvPr>
          </p:nvSpPr>
          <p:spPr>
            <a:xfrm>
              <a:off x="754" y="3383"/>
              <a:ext cx="3402" cy="5752"/>
            </a:xfrm>
            <a:prstGeom prst="rect">
              <a:avLst/>
            </a:prstGeom>
            <a:solidFill>
              <a:srgbClr val="E7F1FF"/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21" name="文本框 320"/>
            <p:cNvSpPr txBox="1"/>
            <p:nvPr>
              <p:custDataLst>
                <p:tags r:id="rId65"/>
              </p:custDataLst>
            </p:nvPr>
          </p:nvSpPr>
          <p:spPr>
            <a:xfrm>
              <a:off x="1642" y="3586"/>
              <a:ext cx="1626" cy="4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计划管理</a:t>
              </a:r>
            </a:p>
          </p:txBody>
        </p:sp>
        <p:grpSp>
          <p:nvGrpSpPr>
            <p:cNvPr id="111" name="组合 110"/>
            <p:cNvGrpSpPr/>
            <p:nvPr/>
          </p:nvGrpSpPr>
          <p:grpSpPr>
            <a:xfrm>
              <a:off x="1643" y="4268"/>
              <a:ext cx="1624" cy="4676"/>
              <a:chOff x="992" y="4268"/>
              <a:chExt cx="1624" cy="4676"/>
            </a:xfrm>
          </p:grpSpPr>
          <p:sp>
            <p:nvSpPr>
              <p:cNvPr id="112" name="流程图: 过程 111"/>
              <p:cNvSpPr/>
              <p:nvPr>
                <p:custDataLst>
                  <p:tags r:id="rId66"/>
                </p:custDataLst>
              </p:nvPr>
            </p:nvSpPr>
            <p:spPr>
              <a:xfrm>
                <a:off x="992" y="4268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项目档案</a:t>
                </a:r>
              </a:p>
            </p:txBody>
          </p:sp>
          <p:sp>
            <p:nvSpPr>
              <p:cNvPr id="113" name="流程图: 过程 112"/>
              <p:cNvSpPr/>
              <p:nvPr>
                <p:custDataLst>
                  <p:tags r:id="rId67"/>
                </p:custDataLst>
              </p:nvPr>
            </p:nvSpPr>
            <p:spPr>
              <a:xfrm>
                <a:off x="992" y="5064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项目计划</a:t>
                </a:r>
              </a:p>
            </p:txBody>
          </p:sp>
          <p:sp>
            <p:nvSpPr>
              <p:cNvPr id="114" name="流程图: 过程 113"/>
              <p:cNvSpPr/>
              <p:nvPr>
                <p:custDataLst>
                  <p:tags r:id="rId68"/>
                </p:custDataLst>
              </p:nvPr>
            </p:nvSpPr>
            <p:spPr>
              <a:xfrm>
                <a:off x="992" y="5904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我的任务</a:t>
                </a:r>
              </a:p>
            </p:txBody>
          </p:sp>
          <p:sp>
            <p:nvSpPr>
              <p:cNvPr id="115" name="流程图: 过程 114"/>
              <p:cNvSpPr/>
              <p:nvPr>
                <p:custDataLst>
                  <p:tags r:id="rId69"/>
                </p:custDataLst>
              </p:nvPr>
            </p:nvSpPr>
            <p:spPr>
              <a:xfrm>
                <a:off x="992" y="6766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进度填报</a:t>
                </a:r>
                <a:endPara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流程图: 过程 115"/>
              <p:cNvSpPr/>
              <p:nvPr>
                <p:custDataLst>
                  <p:tags r:id="rId70"/>
                </p:custDataLst>
              </p:nvPr>
            </p:nvSpPr>
            <p:spPr>
              <a:xfrm>
                <a:off x="992" y="7628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工时填报</a:t>
                </a:r>
                <a:endPara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7" name="直接箭头连接符 116"/>
              <p:cNvCxnSpPr>
                <a:stCxn id="112" idx="2"/>
                <a:endCxn id="113" idx="0"/>
              </p:cNvCxnSpPr>
              <p:nvPr>
                <p:custDataLst>
                  <p:tags r:id="rId71"/>
                </p:custDataLst>
              </p:nvPr>
            </p:nvCxnSpPr>
            <p:spPr>
              <a:xfrm>
                <a:off x="1801" y="4714"/>
                <a:ext cx="6" cy="359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/>
              <p:cNvCxnSpPr>
                <a:stCxn id="113" idx="2"/>
                <a:endCxn id="114" idx="0"/>
              </p:cNvCxnSpPr>
              <p:nvPr>
                <p:custDataLst>
                  <p:tags r:id="rId72"/>
                </p:custDataLst>
              </p:nvPr>
            </p:nvCxnSpPr>
            <p:spPr>
              <a:xfrm>
                <a:off x="1805" y="5510"/>
                <a:ext cx="0" cy="403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箭头连接符 118"/>
              <p:cNvCxnSpPr>
                <a:stCxn id="114" idx="2"/>
                <a:endCxn id="115" idx="0"/>
              </p:cNvCxnSpPr>
              <p:nvPr>
                <p:custDataLst>
                  <p:tags r:id="rId73"/>
                </p:custDataLst>
              </p:nvPr>
            </p:nvCxnSpPr>
            <p:spPr>
              <a:xfrm flipH="1">
                <a:off x="1801" y="6350"/>
                <a:ext cx="6" cy="425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/>
              <p:cNvCxnSpPr/>
              <p:nvPr>
                <p:custDataLst>
                  <p:tags r:id="rId74"/>
                </p:custDataLst>
              </p:nvPr>
            </p:nvCxnSpPr>
            <p:spPr>
              <a:xfrm flipH="1">
                <a:off x="1801" y="7212"/>
                <a:ext cx="6" cy="425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流程图: 过程 120"/>
              <p:cNvSpPr/>
              <p:nvPr>
                <p:custDataLst>
                  <p:tags r:id="rId75"/>
                </p:custDataLst>
              </p:nvPr>
            </p:nvSpPr>
            <p:spPr>
              <a:xfrm>
                <a:off x="992" y="8490"/>
                <a:ext cx="1624" cy="455"/>
              </a:xfrm>
              <a:prstGeom prst="flowChartProcess">
                <a:avLst/>
              </a:prstGeom>
              <a:solidFill>
                <a:srgbClr val="A06EFF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>
                  <a:defRPr/>
                </a:pPr>
                <a:r>
                  <a:rPr lang="zh-CN" altLang="en-US" sz="1000" dirty="0"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状态变更</a:t>
                </a:r>
              </a:p>
            </p:txBody>
          </p:sp>
          <p:cxnSp>
            <p:nvCxnSpPr>
              <p:cNvPr id="122" name="直接箭头连接符 121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1807" y="8074"/>
                <a:ext cx="6" cy="425"/>
              </a:xfrm>
              <a:prstGeom prst="straightConnector1">
                <a:avLst/>
              </a:prstGeom>
              <a:ln w="1270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组合 20"/>
          <p:cNvGrpSpPr/>
          <p:nvPr/>
        </p:nvGrpSpPr>
        <p:grpSpPr>
          <a:xfrm>
            <a:off x="9535160" y="2651125"/>
            <a:ext cx="2160270" cy="3162300"/>
            <a:chOff x="15415" y="4175"/>
            <a:chExt cx="3402" cy="4980"/>
          </a:xfrm>
        </p:grpSpPr>
        <p:sp>
          <p:nvSpPr>
            <p:cNvPr id="28" name="矩形 27"/>
            <p:cNvSpPr/>
            <p:nvPr>
              <p:custDataLst>
                <p:tags r:id="rId56"/>
              </p:custDataLst>
            </p:nvPr>
          </p:nvSpPr>
          <p:spPr>
            <a:xfrm>
              <a:off x="15415" y="4175"/>
              <a:ext cx="3402" cy="4981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32" name="流程图: 过程 31"/>
            <p:cNvSpPr/>
            <p:nvPr>
              <p:custDataLst>
                <p:tags r:id="rId57"/>
              </p:custDataLst>
            </p:nvPr>
          </p:nvSpPr>
          <p:spPr>
            <a:xfrm>
              <a:off x="16316" y="8500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费用分摊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58"/>
              </p:custDataLst>
            </p:nvPr>
          </p:nvSpPr>
          <p:spPr>
            <a:xfrm>
              <a:off x="16380" y="4378"/>
              <a:ext cx="147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费用管理</a:t>
              </a:r>
            </a:p>
          </p:txBody>
        </p:sp>
        <p:sp>
          <p:nvSpPr>
            <p:cNvPr id="34" name="流程图: 过程 33"/>
            <p:cNvSpPr/>
            <p:nvPr>
              <p:custDataLst>
                <p:tags r:id="rId59"/>
              </p:custDataLst>
            </p:nvPr>
          </p:nvSpPr>
          <p:spPr>
            <a:xfrm>
              <a:off x="16316" y="5942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借款单</a:t>
              </a:r>
            </a:p>
          </p:txBody>
        </p:sp>
        <p:sp>
          <p:nvSpPr>
            <p:cNvPr id="35" name="流程图: 过程 34"/>
            <p:cNvSpPr/>
            <p:nvPr>
              <p:custDataLst>
                <p:tags r:id="rId60"/>
              </p:custDataLst>
            </p:nvPr>
          </p:nvSpPr>
          <p:spPr>
            <a:xfrm>
              <a:off x="16316" y="6775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报销单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6" name="流程图: 过程 35"/>
            <p:cNvSpPr/>
            <p:nvPr>
              <p:custDataLst>
                <p:tags r:id="rId61"/>
              </p:custDataLst>
            </p:nvPr>
          </p:nvSpPr>
          <p:spPr>
            <a:xfrm>
              <a:off x="16316" y="7668"/>
              <a:ext cx="1601" cy="453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还款单</a:t>
              </a:r>
            </a:p>
          </p:txBody>
        </p:sp>
        <p:cxnSp>
          <p:nvCxnSpPr>
            <p:cNvPr id="37" name="直接箭头连接符 36"/>
            <p:cNvCxnSpPr>
              <a:stCxn id="34" idx="2"/>
              <a:endCxn id="35" idx="0"/>
            </p:cNvCxnSpPr>
            <p:nvPr>
              <p:custDataLst>
                <p:tags r:id="rId62"/>
              </p:custDataLst>
            </p:nvPr>
          </p:nvCxnSpPr>
          <p:spPr>
            <a:xfrm flipH="1">
              <a:off x="17110" y="6396"/>
              <a:ext cx="12" cy="37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35" idx="2"/>
              <a:endCxn id="36" idx="0"/>
            </p:cNvCxnSpPr>
            <p:nvPr>
              <p:custDataLst>
                <p:tags r:id="rId63"/>
              </p:custDataLst>
            </p:nvPr>
          </p:nvCxnSpPr>
          <p:spPr>
            <a:xfrm>
              <a:off x="17116" y="7228"/>
              <a:ext cx="1" cy="44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肘形连接符 48"/>
          <p:cNvCxnSpPr>
            <a:stCxn id="273" idx="2"/>
            <a:endCxn id="35" idx="1"/>
          </p:cNvCxnSpPr>
          <p:nvPr/>
        </p:nvCxnSpPr>
        <p:spPr>
          <a:xfrm rot="5400000" flipV="1">
            <a:off x="8817928" y="3156903"/>
            <a:ext cx="1916430" cy="66230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>
            <p:custDataLst>
              <p:tags r:id="rId26"/>
            </p:custDataLst>
          </p:nvPr>
        </p:nvSpPr>
        <p:spPr>
          <a:xfrm>
            <a:off x="3185160" y="2148205"/>
            <a:ext cx="3097530" cy="365125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27"/>
            </p:custDataLst>
          </p:nvPr>
        </p:nvSpPr>
        <p:spPr>
          <a:xfrm>
            <a:off x="4298315" y="2276475"/>
            <a:ext cx="9334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收入管理</a:t>
            </a:r>
          </a:p>
        </p:txBody>
      </p:sp>
      <p:sp>
        <p:nvSpPr>
          <p:cNvPr id="82" name="流程图: 过程 81"/>
          <p:cNvSpPr/>
          <p:nvPr>
            <p:custDataLst>
              <p:tags r:id="rId28"/>
            </p:custDataLst>
          </p:nvPr>
        </p:nvSpPr>
        <p:spPr>
          <a:xfrm>
            <a:off x="4887595" y="2710180"/>
            <a:ext cx="1017905" cy="288290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收入合同</a:t>
            </a:r>
          </a:p>
        </p:txBody>
      </p:sp>
      <p:sp>
        <p:nvSpPr>
          <p:cNvPr id="84" name="流程图: 过程 83"/>
          <p:cNvSpPr/>
          <p:nvPr>
            <p:custDataLst>
              <p:tags r:id="rId29"/>
            </p:custDataLst>
          </p:nvPr>
        </p:nvSpPr>
        <p:spPr>
          <a:xfrm>
            <a:off x="3578860" y="2710180"/>
            <a:ext cx="1017905" cy="288290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合同变更</a:t>
            </a:r>
          </a:p>
        </p:txBody>
      </p:sp>
      <p:cxnSp>
        <p:nvCxnSpPr>
          <p:cNvPr id="85" name="直接箭头连接符 84"/>
          <p:cNvCxnSpPr>
            <a:stCxn id="82" idx="1"/>
            <a:endCxn id="84" idx="3"/>
          </p:cNvCxnSpPr>
          <p:nvPr>
            <p:custDataLst>
              <p:tags r:id="rId30"/>
            </p:custDataLst>
          </p:nvPr>
        </p:nvCxnSpPr>
        <p:spPr>
          <a:xfrm flipH="1">
            <a:off x="4596765" y="2854960"/>
            <a:ext cx="29083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流程图: 过程 85"/>
          <p:cNvSpPr/>
          <p:nvPr>
            <p:custDataLst>
              <p:tags r:id="rId31"/>
            </p:custDataLst>
          </p:nvPr>
        </p:nvSpPr>
        <p:spPr>
          <a:xfrm>
            <a:off x="4887595" y="3243580"/>
            <a:ext cx="1017905" cy="288290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收入确认</a:t>
            </a:r>
          </a:p>
        </p:txBody>
      </p:sp>
      <p:sp>
        <p:nvSpPr>
          <p:cNvPr id="87" name="流程图: 过程 86"/>
          <p:cNvSpPr/>
          <p:nvPr>
            <p:custDataLst>
              <p:tags r:id="rId32"/>
            </p:custDataLst>
          </p:nvPr>
        </p:nvSpPr>
        <p:spPr>
          <a:xfrm>
            <a:off x="4883785" y="3805555"/>
            <a:ext cx="1017905" cy="288290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票申请</a:t>
            </a:r>
          </a:p>
        </p:txBody>
      </p:sp>
      <p:sp>
        <p:nvSpPr>
          <p:cNvPr id="88" name="流程图: 过程 87"/>
          <p:cNvSpPr/>
          <p:nvPr>
            <p:custDataLst>
              <p:tags r:id="rId33"/>
            </p:custDataLst>
          </p:nvPr>
        </p:nvSpPr>
        <p:spPr>
          <a:xfrm>
            <a:off x="4883785" y="4368165"/>
            <a:ext cx="1017905" cy="288290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收入发票</a:t>
            </a:r>
          </a:p>
        </p:txBody>
      </p:sp>
      <p:sp>
        <p:nvSpPr>
          <p:cNvPr id="89" name="流程图: 过程 88"/>
          <p:cNvSpPr/>
          <p:nvPr>
            <p:custDataLst>
              <p:tags r:id="rId34"/>
            </p:custDataLst>
          </p:nvPr>
        </p:nvSpPr>
        <p:spPr>
          <a:xfrm>
            <a:off x="4887595" y="4910455"/>
            <a:ext cx="1017905" cy="288290"/>
          </a:xfrm>
          <a:prstGeom prst="flowChartProcess">
            <a:avLst/>
          </a:prstGeom>
          <a:solidFill>
            <a:srgbClr val="05C8C8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收款单</a:t>
            </a:r>
          </a:p>
        </p:txBody>
      </p:sp>
      <p:cxnSp>
        <p:nvCxnSpPr>
          <p:cNvPr id="90" name="直接箭头连接符 89"/>
          <p:cNvCxnSpPr>
            <a:stCxn id="82" idx="2"/>
            <a:endCxn id="86" idx="0"/>
          </p:cNvCxnSpPr>
          <p:nvPr>
            <p:custDataLst>
              <p:tags r:id="rId35"/>
            </p:custDataLst>
          </p:nvPr>
        </p:nvCxnSpPr>
        <p:spPr>
          <a:xfrm>
            <a:off x="5396865" y="2998470"/>
            <a:ext cx="0" cy="24384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86" idx="2"/>
            <a:endCxn id="87" idx="0"/>
          </p:cNvCxnSpPr>
          <p:nvPr>
            <p:custDataLst>
              <p:tags r:id="rId36"/>
            </p:custDataLst>
          </p:nvPr>
        </p:nvCxnSpPr>
        <p:spPr>
          <a:xfrm flipH="1">
            <a:off x="5393055" y="3531235"/>
            <a:ext cx="4445" cy="27432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87" idx="2"/>
            <a:endCxn id="88" idx="0"/>
          </p:cNvCxnSpPr>
          <p:nvPr>
            <p:custDataLst>
              <p:tags r:id="rId37"/>
            </p:custDataLst>
          </p:nvPr>
        </p:nvCxnSpPr>
        <p:spPr>
          <a:xfrm>
            <a:off x="5393055" y="4093845"/>
            <a:ext cx="0" cy="27432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88" idx="2"/>
            <a:endCxn id="89" idx="0"/>
          </p:cNvCxnSpPr>
          <p:nvPr>
            <p:custDataLst>
              <p:tags r:id="rId38"/>
            </p:custDataLst>
          </p:nvPr>
        </p:nvCxnSpPr>
        <p:spPr>
          <a:xfrm>
            <a:off x="5393055" y="4655820"/>
            <a:ext cx="4445" cy="25463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3569335" y="4838700"/>
            <a:ext cx="1021080" cy="830580"/>
            <a:chOff x="5621" y="6879"/>
            <a:chExt cx="1608" cy="1308"/>
          </a:xfrm>
        </p:grpSpPr>
        <p:sp>
          <p:nvSpPr>
            <p:cNvPr id="94" name="流程图: 过程 93"/>
            <p:cNvSpPr/>
            <p:nvPr>
              <p:custDataLst>
                <p:tags r:id="rId53"/>
              </p:custDataLst>
            </p:nvPr>
          </p:nvSpPr>
          <p:spPr>
            <a:xfrm>
              <a:off x="5621" y="6879"/>
              <a:ext cx="1603" cy="454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保证金付款</a:t>
              </a:r>
            </a:p>
          </p:txBody>
        </p:sp>
        <p:sp>
          <p:nvSpPr>
            <p:cNvPr id="95" name="流程图: 过程 94"/>
            <p:cNvSpPr/>
            <p:nvPr>
              <p:custDataLst>
                <p:tags r:id="rId54"/>
              </p:custDataLst>
            </p:nvPr>
          </p:nvSpPr>
          <p:spPr>
            <a:xfrm>
              <a:off x="5627" y="7733"/>
              <a:ext cx="1603" cy="454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保证金退回</a:t>
              </a:r>
            </a:p>
          </p:txBody>
        </p:sp>
        <p:cxnSp>
          <p:nvCxnSpPr>
            <p:cNvPr id="96" name="直接箭头连接符 95"/>
            <p:cNvCxnSpPr>
              <a:stCxn id="94" idx="2"/>
              <a:endCxn id="95" idx="0"/>
            </p:cNvCxnSpPr>
            <p:nvPr>
              <p:custDataLst>
                <p:tags r:id="rId55"/>
              </p:custDataLst>
            </p:nvPr>
          </p:nvCxnSpPr>
          <p:spPr>
            <a:xfrm>
              <a:off x="6422" y="7332"/>
              <a:ext cx="7" cy="401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7" name="直接箭头连接符 91"/>
          <p:cNvCxnSpPr>
            <a:stCxn id="82" idx="2"/>
            <a:endCxn id="89" idx="1"/>
          </p:cNvCxnSpPr>
          <p:nvPr>
            <p:custDataLst>
              <p:tags r:id="rId39"/>
            </p:custDataLst>
          </p:nvPr>
        </p:nvCxnSpPr>
        <p:spPr>
          <a:xfrm rot="5400000">
            <a:off x="4114800" y="3772535"/>
            <a:ext cx="2056130" cy="509270"/>
          </a:xfrm>
          <a:prstGeom prst="bentConnector4">
            <a:avLst>
              <a:gd name="adj1" fmla="val 4176"/>
              <a:gd name="adj2" fmla="val 133339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endCxn id="87" idx="1"/>
          </p:cNvCxnSpPr>
          <p:nvPr>
            <p:custDataLst>
              <p:tags r:id="rId40"/>
            </p:custDataLst>
          </p:nvPr>
        </p:nvCxnSpPr>
        <p:spPr>
          <a:xfrm>
            <a:off x="4742815" y="3949700"/>
            <a:ext cx="14097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>
            <p:custDataLst>
              <p:tags r:id="rId41"/>
            </p:custDataLst>
          </p:nvPr>
        </p:nvCxnSpPr>
        <p:spPr>
          <a:xfrm>
            <a:off x="4742815" y="4512310"/>
            <a:ext cx="14605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6828790" y="2651125"/>
            <a:ext cx="2160270" cy="3164840"/>
            <a:chOff x="10442" y="4175"/>
            <a:chExt cx="3402" cy="4984"/>
          </a:xfrm>
        </p:grpSpPr>
        <p:sp>
          <p:nvSpPr>
            <p:cNvPr id="173" name="矩形 172"/>
            <p:cNvSpPr/>
            <p:nvPr>
              <p:custDataLst>
                <p:tags r:id="rId42"/>
              </p:custDataLst>
            </p:nvPr>
          </p:nvSpPr>
          <p:spPr>
            <a:xfrm>
              <a:off x="10442" y="4175"/>
              <a:ext cx="3402" cy="498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68577" tIns="34289" rIns="68577" bIns="34289" rtlCol="0" anchor="ctr"/>
            <a:lstStyle/>
            <a:p>
              <a:pPr algn="ctr" defTabSz="51435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43"/>
              </p:custDataLst>
            </p:nvPr>
          </p:nvSpPr>
          <p:spPr>
            <a:xfrm>
              <a:off x="11342" y="4375"/>
              <a:ext cx="1603" cy="45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项目物资</a:t>
              </a:r>
            </a:p>
          </p:txBody>
        </p:sp>
        <p:sp>
          <p:nvSpPr>
            <p:cNvPr id="266" name="流程图: 过程 265"/>
            <p:cNvSpPr/>
            <p:nvPr>
              <p:custDataLst>
                <p:tags r:id="rId44"/>
              </p:custDataLst>
            </p:nvPr>
          </p:nvSpPr>
          <p:spPr>
            <a:xfrm>
              <a:off x="11331" y="5095"/>
              <a:ext cx="1624" cy="455"/>
            </a:xfrm>
            <a:prstGeom prst="flowChartProcess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采购申请</a:t>
              </a:r>
            </a:p>
          </p:txBody>
        </p:sp>
        <p:sp>
          <p:nvSpPr>
            <p:cNvPr id="277" name="流程图: 过程 276"/>
            <p:cNvSpPr/>
            <p:nvPr>
              <p:custDataLst>
                <p:tags r:id="rId45"/>
              </p:custDataLst>
            </p:nvPr>
          </p:nvSpPr>
          <p:spPr>
            <a:xfrm>
              <a:off x="11331" y="5934"/>
              <a:ext cx="1624" cy="455"/>
            </a:xfrm>
            <a:prstGeom prst="flowChartProcess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采购订单</a:t>
              </a:r>
            </a:p>
          </p:txBody>
        </p:sp>
        <p:sp>
          <p:nvSpPr>
            <p:cNvPr id="278" name="流程图: 过程 277"/>
            <p:cNvSpPr/>
            <p:nvPr>
              <p:custDataLst>
                <p:tags r:id="rId46"/>
              </p:custDataLst>
            </p:nvPr>
          </p:nvSpPr>
          <p:spPr>
            <a:xfrm>
              <a:off x="11331" y="6804"/>
              <a:ext cx="1624" cy="455"/>
            </a:xfrm>
            <a:prstGeom prst="flowChartProcess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采购入库</a:t>
              </a:r>
            </a:p>
          </p:txBody>
        </p:sp>
        <p:sp>
          <p:nvSpPr>
            <p:cNvPr id="279" name="流程图: 过程 278"/>
            <p:cNvSpPr/>
            <p:nvPr>
              <p:custDataLst>
                <p:tags r:id="rId47"/>
              </p:custDataLst>
            </p:nvPr>
          </p:nvSpPr>
          <p:spPr>
            <a:xfrm>
              <a:off x="11331" y="7635"/>
              <a:ext cx="1624" cy="455"/>
            </a:xfrm>
            <a:prstGeom prst="flowChartProcess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领用出库</a:t>
              </a:r>
            </a:p>
          </p:txBody>
        </p:sp>
        <p:sp>
          <p:nvSpPr>
            <p:cNvPr id="280" name="流程图: 过程 279"/>
            <p:cNvSpPr/>
            <p:nvPr>
              <p:custDataLst>
                <p:tags r:id="rId48"/>
              </p:custDataLst>
            </p:nvPr>
          </p:nvSpPr>
          <p:spPr>
            <a:xfrm>
              <a:off x="11331" y="8478"/>
              <a:ext cx="1624" cy="455"/>
            </a:xfrm>
            <a:prstGeom prst="flowChartProcess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领用退库</a:t>
              </a:r>
            </a:p>
          </p:txBody>
        </p:sp>
        <p:cxnSp>
          <p:nvCxnSpPr>
            <p:cNvPr id="287" name="直接箭头连接符 286"/>
            <p:cNvCxnSpPr>
              <a:stCxn id="266" idx="2"/>
              <a:endCxn id="277" idx="0"/>
            </p:cNvCxnSpPr>
            <p:nvPr>
              <p:custDataLst>
                <p:tags r:id="rId49"/>
              </p:custDataLst>
            </p:nvPr>
          </p:nvCxnSpPr>
          <p:spPr>
            <a:xfrm>
              <a:off x="12143" y="5547"/>
              <a:ext cx="0" cy="38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箭头连接符 287"/>
            <p:cNvCxnSpPr>
              <a:stCxn id="277" idx="2"/>
              <a:endCxn id="278" idx="0"/>
            </p:cNvCxnSpPr>
            <p:nvPr>
              <p:custDataLst>
                <p:tags r:id="rId50"/>
              </p:custDataLst>
            </p:nvPr>
          </p:nvCxnSpPr>
          <p:spPr>
            <a:xfrm>
              <a:off x="12143" y="6389"/>
              <a:ext cx="0" cy="41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箭头连接符 288"/>
            <p:cNvCxnSpPr>
              <a:stCxn id="278" idx="2"/>
              <a:endCxn id="279" idx="0"/>
            </p:cNvCxnSpPr>
            <p:nvPr>
              <p:custDataLst>
                <p:tags r:id="rId51"/>
              </p:custDataLst>
            </p:nvPr>
          </p:nvCxnSpPr>
          <p:spPr>
            <a:xfrm>
              <a:off x="12143" y="7259"/>
              <a:ext cx="0" cy="376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箭头连接符 289"/>
            <p:cNvCxnSpPr>
              <a:stCxn id="279" idx="2"/>
              <a:endCxn id="280" idx="0"/>
            </p:cNvCxnSpPr>
            <p:nvPr>
              <p:custDataLst>
                <p:tags r:id="rId52"/>
              </p:custDataLst>
            </p:nvPr>
          </p:nvCxnSpPr>
          <p:spPr>
            <a:xfrm>
              <a:off x="12143" y="8089"/>
              <a:ext cx="0" cy="388"/>
            </a:xfrm>
            <a:prstGeom prst="straightConnector1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bevel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肘形连接符 30"/>
          <p:cNvCxnSpPr>
            <a:stCxn id="273" idx="1"/>
            <a:endCxn id="266" idx="3"/>
          </p:cNvCxnSpPr>
          <p:nvPr/>
        </p:nvCxnSpPr>
        <p:spPr>
          <a:xfrm rot="10800000" flipV="1">
            <a:off x="8423910" y="2385695"/>
            <a:ext cx="504825" cy="994410"/>
          </a:xfrm>
          <a:prstGeom prst="bentConnector3">
            <a:avLst>
              <a:gd name="adj1" fmla="val 49937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圆角矩形 247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业务流程图：项目型简加工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11041380" cy="321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适用于按照项目进行销售的企业，如建材（钢材、瓷砖、卫浴）、不管安装过程的设备（如医疗设备）、品牌连锁、直营门店等。</a:t>
            </a:r>
            <a:endParaRPr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矩形 148"/>
          <p:cNvSpPr/>
          <p:nvPr>
            <p:custDataLst>
              <p:tags r:id="rId2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3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4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5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6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7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8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9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0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8" name="箭头: 下 88"/>
          <p:cNvSpPr/>
          <p:nvPr>
            <p:custDataLst>
              <p:tags r:id="rId11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2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3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4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5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6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7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8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19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20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1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340" name="流程图: 过程 339"/>
          <p:cNvSpPr/>
          <p:nvPr>
            <p:custDataLst>
              <p:tags r:id="rId22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23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24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25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43" name="矩形 142"/>
          <p:cNvSpPr/>
          <p:nvPr>
            <p:custDataLst>
              <p:tags r:id="rId26"/>
            </p:custDataLst>
          </p:nvPr>
        </p:nvSpPr>
        <p:spPr>
          <a:xfrm>
            <a:off x="8054975" y="2727960"/>
            <a:ext cx="1619885" cy="3086735"/>
          </a:xfrm>
          <a:prstGeom prst="rect">
            <a:avLst/>
          </a:prstGeom>
          <a:solidFill>
            <a:srgbClr val="E7F1FF"/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44" name="文本框 143"/>
          <p:cNvSpPr txBox="1"/>
          <p:nvPr>
            <p:custDataLst>
              <p:tags r:id="rId27"/>
            </p:custDataLst>
          </p:nvPr>
        </p:nvSpPr>
        <p:spPr>
          <a:xfrm>
            <a:off x="8388985" y="2799080"/>
            <a:ext cx="9525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费用管理</a:t>
            </a:r>
          </a:p>
        </p:txBody>
      </p:sp>
      <p:sp>
        <p:nvSpPr>
          <p:cNvPr id="146" name="流程图: 过程 145"/>
          <p:cNvSpPr/>
          <p:nvPr>
            <p:custDataLst>
              <p:tags r:id="rId28"/>
            </p:custDataLst>
          </p:nvPr>
        </p:nvSpPr>
        <p:spPr>
          <a:xfrm>
            <a:off x="8387715" y="3842385"/>
            <a:ext cx="954405" cy="270510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借款单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流程图: 过程 147"/>
          <p:cNvSpPr/>
          <p:nvPr>
            <p:custDataLst>
              <p:tags r:id="rId29"/>
            </p:custDataLst>
          </p:nvPr>
        </p:nvSpPr>
        <p:spPr>
          <a:xfrm>
            <a:off x="8387715" y="4624705"/>
            <a:ext cx="954405" cy="270510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还款单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4" name="流程图: 过程 183"/>
          <p:cNvSpPr/>
          <p:nvPr>
            <p:custDataLst>
              <p:tags r:id="rId30"/>
            </p:custDataLst>
          </p:nvPr>
        </p:nvSpPr>
        <p:spPr>
          <a:xfrm>
            <a:off x="8387715" y="5412740"/>
            <a:ext cx="954405" cy="270510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费用分摊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5" name="流程图: 过程 184"/>
          <p:cNvSpPr/>
          <p:nvPr>
            <p:custDataLst>
              <p:tags r:id="rId31"/>
            </p:custDataLst>
          </p:nvPr>
        </p:nvSpPr>
        <p:spPr>
          <a:xfrm>
            <a:off x="8387715" y="4233545"/>
            <a:ext cx="954405" cy="270510"/>
          </a:xfrm>
          <a:prstGeom prst="flowChartProcess">
            <a:avLst/>
          </a:prstGeom>
          <a:solidFill>
            <a:srgbClr val="D89E00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报销单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91" name="直接箭头连接符 190"/>
          <p:cNvCxnSpPr/>
          <p:nvPr>
            <p:custDataLst>
              <p:tags r:id="rId32"/>
            </p:custDataLst>
          </p:nvPr>
        </p:nvCxnSpPr>
        <p:spPr>
          <a:xfrm>
            <a:off x="8865235" y="4130675"/>
            <a:ext cx="0" cy="120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/>
          <p:cNvCxnSpPr/>
          <p:nvPr>
            <p:custDataLst>
              <p:tags r:id="rId33"/>
            </p:custDataLst>
          </p:nvPr>
        </p:nvCxnSpPr>
        <p:spPr>
          <a:xfrm>
            <a:off x="8865235" y="4521835"/>
            <a:ext cx="0" cy="120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2" name="组合 241"/>
          <p:cNvGrpSpPr/>
          <p:nvPr/>
        </p:nvGrpSpPr>
        <p:grpSpPr>
          <a:xfrm>
            <a:off x="2499995" y="2160270"/>
            <a:ext cx="1619250" cy="3653790"/>
            <a:chOff x="3852" y="3474"/>
            <a:chExt cx="2550" cy="5754"/>
          </a:xfrm>
        </p:grpSpPr>
        <p:sp>
          <p:nvSpPr>
            <p:cNvPr id="68" name="矩形 67"/>
            <p:cNvSpPr/>
            <p:nvPr>
              <p:custDataLst>
                <p:tags r:id="rId78"/>
              </p:custDataLst>
            </p:nvPr>
          </p:nvSpPr>
          <p:spPr>
            <a:xfrm>
              <a:off x="3852" y="3474"/>
              <a:ext cx="2551" cy="5754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9" name="流程图: 过程 68"/>
            <p:cNvSpPr/>
            <p:nvPr>
              <p:custDataLst>
                <p:tags r:id="rId79"/>
              </p:custDataLst>
            </p:nvPr>
          </p:nvSpPr>
          <p:spPr>
            <a:xfrm>
              <a:off x="4406" y="4103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项目报价</a:t>
              </a:r>
            </a:p>
          </p:txBody>
        </p:sp>
        <p:sp>
          <p:nvSpPr>
            <p:cNvPr id="70" name="流程图: 过程 69"/>
            <p:cNvSpPr/>
            <p:nvPr>
              <p:custDataLst>
                <p:tags r:id="rId80"/>
              </p:custDataLst>
            </p:nvPr>
          </p:nvSpPr>
          <p:spPr>
            <a:xfrm>
              <a:off x="4406" y="4719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收入合同</a:t>
              </a:r>
            </a:p>
          </p:txBody>
        </p:sp>
        <p:sp>
          <p:nvSpPr>
            <p:cNvPr id="71" name="文本框 70"/>
            <p:cNvSpPr txBox="1"/>
            <p:nvPr>
              <p:custDataLst>
                <p:tags r:id="rId81"/>
              </p:custDataLst>
            </p:nvPr>
          </p:nvSpPr>
          <p:spPr>
            <a:xfrm>
              <a:off x="4420" y="3537"/>
              <a:ext cx="14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收入管理</a:t>
              </a:r>
            </a:p>
          </p:txBody>
        </p:sp>
        <p:sp>
          <p:nvSpPr>
            <p:cNvPr id="72" name="流程图: 过程 71"/>
            <p:cNvSpPr/>
            <p:nvPr>
              <p:custDataLst>
                <p:tags r:id="rId82"/>
              </p:custDataLst>
            </p:nvPr>
          </p:nvSpPr>
          <p:spPr>
            <a:xfrm>
              <a:off x="4406" y="5609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收入确认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流程图: 过程 72"/>
            <p:cNvSpPr/>
            <p:nvPr>
              <p:custDataLst>
                <p:tags r:id="rId83"/>
              </p:custDataLst>
            </p:nvPr>
          </p:nvSpPr>
          <p:spPr>
            <a:xfrm>
              <a:off x="4406" y="6841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收入发票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流程图: 过程 73"/>
            <p:cNvSpPr/>
            <p:nvPr>
              <p:custDataLst>
                <p:tags r:id="rId84"/>
              </p:custDataLst>
            </p:nvPr>
          </p:nvSpPr>
          <p:spPr>
            <a:xfrm>
              <a:off x="4406" y="7458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收款单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流程图: 过程 74"/>
            <p:cNvSpPr/>
            <p:nvPr>
              <p:custDataLst>
                <p:tags r:id="rId85"/>
              </p:custDataLst>
            </p:nvPr>
          </p:nvSpPr>
          <p:spPr>
            <a:xfrm>
              <a:off x="4406" y="6225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开票申请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76" name="直接箭头连接符 75"/>
            <p:cNvCxnSpPr/>
            <p:nvPr>
              <p:custDataLst>
                <p:tags r:id="rId86"/>
              </p:custDataLst>
            </p:nvPr>
          </p:nvCxnSpPr>
          <p:spPr>
            <a:xfrm>
              <a:off x="5155" y="4579"/>
              <a:ext cx="6" cy="16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>
              <p:custDataLst>
                <p:tags r:id="rId87"/>
              </p:custDataLst>
            </p:nvPr>
          </p:nvCxnSpPr>
          <p:spPr>
            <a:xfrm>
              <a:off x="5155" y="6063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>
              <p:custDataLst>
                <p:tags r:id="rId88"/>
              </p:custDataLst>
            </p:nvPr>
          </p:nvCxnSpPr>
          <p:spPr>
            <a:xfrm>
              <a:off x="5155" y="6679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>
              <p:custDataLst>
                <p:tags r:id="rId89"/>
              </p:custDataLst>
            </p:nvPr>
          </p:nvCxnSpPr>
          <p:spPr>
            <a:xfrm>
              <a:off x="5161" y="7295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79"/>
            <p:cNvGrpSpPr/>
            <p:nvPr/>
          </p:nvGrpSpPr>
          <p:grpSpPr>
            <a:xfrm>
              <a:off x="4406" y="8074"/>
              <a:ext cx="1503" cy="1042"/>
              <a:chOff x="3263" y="5308"/>
              <a:chExt cx="1298" cy="900"/>
            </a:xfrm>
          </p:grpSpPr>
          <p:sp>
            <p:nvSpPr>
              <p:cNvPr id="101" name="流程图: 过程 100"/>
              <p:cNvSpPr/>
              <p:nvPr>
                <p:custDataLst>
                  <p:tags r:id="rId95"/>
                </p:custDataLst>
              </p:nvPr>
            </p:nvSpPr>
            <p:spPr>
              <a:xfrm>
                <a:off x="3263" y="5840"/>
                <a:ext cx="1298" cy="368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保证金退回</a:t>
                </a:r>
                <a:endPara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流程图: 过程 101"/>
              <p:cNvSpPr/>
              <p:nvPr>
                <p:custDataLst>
                  <p:tags r:id="rId96"/>
                </p:custDataLst>
              </p:nvPr>
            </p:nvSpPr>
            <p:spPr>
              <a:xfrm>
                <a:off x="3263" y="5308"/>
                <a:ext cx="1298" cy="368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保证金付款</a:t>
                </a:r>
              </a:p>
            </p:txBody>
          </p:sp>
          <p:cxnSp>
            <p:nvCxnSpPr>
              <p:cNvPr id="105" name="直接箭头连接符 104"/>
              <p:cNvCxnSpPr/>
              <p:nvPr>
                <p:custDataLst>
                  <p:tags r:id="rId97"/>
                </p:custDataLst>
              </p:nvPr>
            </p:nvCxnSpPr>
            <p:spPr>
              <a:xfrm>
                <a:off x="3915" y="5710"/>
                <a:ext cx="0" cy="16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6" name="直接箭头连接符 105"/>
            <p:cNvCxnSpPr>
              <a:stCxn id="70" idx="2"/>
              <a:endCxn id="72" idx="0"/>
            </p:cNvCxnSpPr>
            <p:nvPr>
              <p:custDataLst>
                <p:tags r:id="rId90"/>
              </p:custDataLst>
            </p:nvPr>
          </p:nvCxnSpPr>
          <p:spPr>
            <a:xfrm>
              <a:off x="5158" y="5145"/>
              <a:ext cx="0" cy="464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>
              <p:custDataLst>
                <p:tags r:id="rId91"/>
              </p:custDataLst>
            </p:nvPr>
          </p:nvCxnSpPr>
          <p:spPr>
            <a:xfrm flipH="1">
              <a:off x="4101" y="5334"/>
              <a:ext cx="1066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肘形连接符 203"/>
            <p:cNvCxnSpPr>
              <a:endCxn id="74" idx="1"/>
            </p:cNvCxnSpPr>
            <p:nvPr>
              <p:custDataLst>
                <p:tags r:id="rId92"/>
              </p:custDataLst>
            </p:nvPr>
          </p:nvCxnSpPr>
          <p:spPr>
            <a:xfrm rot="5400000" flipV="1">
              <a:off x="3084" y="6348"/>
              <a:ext cx="2361" cy="284"/>
            </a:xfrm>
            <a:prstGeom prst="bentConnector2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>
              <a:endCxn id="75" idx="1"/>
            </p:cNvCxnSpPr>
            <p:nvPr>
              <p:custDataLst>
                <p:tags r:id="rId93"/>
              </p:custDataLst>
            </p:nvPr>
          </p:nvCxnSpPr>
          <p:spPr>
            <a:xfrm flipV="1">
              <a:off x="4108" y="6438"/>
              <a:ext cx="298" cy="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/>
            <p:nvPr>
              <p:custDataLst>
                <p:tags r:id="rId94"/>
              </p:custDataLst>
            </p:nvPr>
          </p:nvCxnSpPr>
          <p:spPr>
            <a:xfrm flipV="1">
              <a:off x="4122" y="7055"/>
              <a:ext cx="298" cy="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组合 242"/>
          <p:cNvGrpSpPr/>
          <p:nvPr/>
        </p:nvGrpSpPr>
        <p:grpSpPr>
          <a:xfrm>
            <a:off x="10076180" y="2727960"/>
            <a:ext cx="1619250" cy="3086100"/>
            <a:chOff x="14473" y="4368"/>
            <a:chExt cx="2550" cy="4860"/>
          </a:xfrm>
        </p:grpSpPr>
        <p:sp>
          <p:nvSpPr>
            <p:cNvPr id="141" name="矩形 140"/>
            <p:cNvSpPr/>
            <p:nvPr>
              <p:custDataLst>
                <p:tags r:id="rId64"/>
              </p:custDataLst>
            </p:nvPr>
          </p:nvSpPr>
          <p:spPr>
            <a:xfrm>
              <a:off x="14473" y="4368"/>
              <a:ext cx="2551" cy="4861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2" name="文本框 141"/>
            <p:cNvSpPr txBox="1"/>
            <p:nvPr>
              <p:custDataLst>
                <p:tags r:id="rId65"/>
              </p:custDataLst>
            </p:nvPr>
          </p:nvSpPr>
          <p:spPr>
            <a:xfrm>
              <a:off x="14987" y="4480"/>
              <a:ext cx="150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支出管理</a:t>
              </a:r>
            </a:p>
          </p:txBody>
        </p:sp>
        <p:grpSp>
          <p:nvGrpSpPr>
            <p:cNvPr id="210" name="组合 209"/>
            <p:cNvGrpSpPr/>
            <p:nvPr/>
          </p:nvGrpSpPr>
          <p:grpSpPr>
            <a:xfrm>
              <a:off x="14987" y="5029"/>
              <a:ext cx="1502" cy="4123"/>
              <a:chOff x="15138" y="4224"/>
              <a:chExt cx="1502" cy="4123"/>
            </a:xfrm>
          </p:grpSpPr>
          <p:grpSp>
            <p:nvGrpSpPr>
              <p:cNvPr id="211" name="组合 210"/>
              <p:cNvGrpSpPr/>
              <p:nvPr/>
            </p:nvGrpSpPr>
            <p:grpSpPr>
              <a:xfrm>
                <a:off x="15138" y="4224"/>
                <a:ext cx="1503" cy="2891"/>
                <a:chOff x="12298" y="3180"/>
                <a:chExt cx="1298" cy="2496"/>
              </a:xfrm>
            </p:grpSpPr>
            <p:sp>
              <p:nvSpPr>
                <p:cNvPr id="212" name="流程图: 过程 211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12298" y="4244"/>
                  <a:ext cx="1298" cy="368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成本发票</a:t>
                  </a:r>
                  <a:endParaRPr kumimoji="0" lang="en-US" altLang="zh-CN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213" name="流程图: 过程 212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12298" y="4776"/>
                  <a:ext cx="1298" cy="368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付款申请</a:t>
                  </a:r>
                  <a:endPara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14" name="流程图: 过程 213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12298" y="3712"/>
                  <a:ext cx="1298" cy="368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成本确认</a:t>
                  </a:r>
                  <a:endParaRPr kumimoji="0" lang="en-US" altLang="zh-CN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endParaRPr>
                </a:p>
              </p:txBody>
            </p:sp>
            <p:sp>
              <p:nvSpPr>
                <p:cNvPr id="215" name="流程图: 过程 214"/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12298" y="5308"/>
                  <a:ext cx="1298" cy="368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付款单</a:t>
                  </a:r>
                  <a:endPara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16" name="流程图: 过程 215"/>
                <p:cNvSpPr/>
                <p:nvPr>
                  <p:custDataLst>
                    <p:tags r:id="rId73"/>
                  </p:custDataLst>
                </p:nvPr>
              </p:nvSpPr>
              <p:spPr>
                <a:xfrm>
                  <a:off x="12298" y="3180"/>
                  <a:ext cx="1298" cy="368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支出合同</a:t>
                  </a:r>
                  <a:endPara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217" name="直接箭头连接符 216"/>
                <p:cNvCxnSpPr/>
                <p:nvPr>
                  <p:custDataLst>
                    <p:tags r:id="rId74"/>
                  </p:custDataLst>
                </p:nvPr>
              </p:nvCxnSpPr>
              <p:spPr>
                <a:xfrm>
                  <a:off x="12947" y="3564"/>
                  <a:ext cx="0" cy="16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箭头连接符 217"/>
                <p:cNvCxnSpPr/>
                <p:nvPr>
                  <p:custDataLst>
                    <p:tags r:id="rId75"/>
                  </p:custDataLst>
                </p:nvPr>
              </p:nvCxnSpPr>
              <p:spPr>
                <a:xfrm>
                  <a:off x="12947" y="4096"/>
                  <a:ext cx="0" cy="16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箭头连接符 218"/>
                <p:cNvCxnSpPr/>
                <p:nvPr>
                  <p:custDataLst>
                    <p:tags r:id="rId76"/>
                  </p:custDataLst>
                </p:nvPr>
              </p:nvCxnSpPr>
              <p:spPr>
                <a:xfrm>
                  <a:off x="12947" y="4628"/>
                  <a:ext cx="0" cy="16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箭头连接符 219"/>
                <p:cNvCxnSpPr/>
                <p:nvPr>
                  <p:custDataLst>
                    <p:tags r:id="rId77"/>
                  </p:custDataLst>
                </p:nvPr>
              </p:nvCxnSpPr>
              <p:spPr>
                <a:xfrm>
                  <a:off x="12947" y="5167"/>
                  <a:ext cx="0" cy="16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1" name="组合 220"/>
              <p:cNvGrpSpPr/>
              <p:nvPr/>
            </p:nvGrpSpPr>
            <p:grpSpPr>
              <a:xfrm>
                <a:off x="15138" y="7305"/>
                <a:ext cx="1503" cy="1042"/>
                <a:chOff x="3263" y="5308"/>
                <a:chExt cx="1298" cy="900"/>
              </a:xfrm>
            </p:grpSpPr>
            <p:sp>
              <p:nvSpPr>
                <p:cNvPr id="222" name="流程图: 过程 221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3263" y="5840"/>
                  <a:ext cx="1298" cy="368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zh-CN" altLang="en-US" sz="100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保证金退回</a:t>
                  </a:r>
                  <a:endPara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23" name="流程图: 过程 222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3263" y="5308"/>
                  <a:ext cx="1298" cy="368"/>
                </a:xfrm>
                <a:prstGeom prst="flowChartProcess">
                  <a:avLst/>
                </a:prstGeom>
                <a:solidFill>
                  <a:srgbClr val="05C8C8"/>
                </a:solidFill>
                <a:ln w="12700">
                  <a:noFill/>
                </a:ln>
                <a:effectLst/>
              </p:spPr>
              <p:style>
                <a:lnRef idx="3">
                  <a:schemeClr val="lt1"/>
                </a:lnRef>
                <a:fillRef idx="1">
                  <a:schemeClr val="accent3"/>
                </a:fillRef>
                <a:effectRef idx="1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100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保证金收款</a:t>
                  </a:r>
                </a:p>
              </p:txBody>
            </p:sp>
            <p:cxnSp>
              <p:nvCxnSpPr>
                <p:cNvPr id="224" name="直接箭头连接符 223"/>
                <p:cNvCxnSpPr/>
                <p:nvPr>
                  <p:custDataLst>
                    <p:tags r:id="rId68"/>
                  </p:custDataLst>
                </p:nvPr>
              </p:nvCxnSpPr>
              <p:spPr>
                <a:xfrm>
                  <a:off x="3915" y="5710"/>
                  <a:ext cx="0" cy="164"/>
                </a:xfrm>
                <a:prstGeom prst="straightConnector1">
                  <a:avLst/>
                </a:prstGeom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  <a:tailEnd type="triangle" w="lg" len="lg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41" name="组合 240"/>
          <p:cNvGrpSpPr/>
          <p:nvPr/>
        </p:nvGrpSpPr>
        <p:grpSpPr>
          <a:xfrm>
            <a:off x="478790" y="2160270"/>
            <a:ext cx="1620000" cy="3653790"/>
            <a:chOff x="754" y="3474"/>
            <a:chExt cx="2551" cy="5754"/>
          </a:xfrm>
        </p:grpSpPr>
        <p:sp>
          <p:nvSpPr>
            <p:cNvPr id="58" name="矩形 57"/>
            <p:cNvSpPr/>
            <p:nvPr>
              <p:custDataLst>
                <p:tags r:id="rId55"/>
              </p:custDataLst>
            </p:nvPr>
          </p:nvSpPr>
          <p:spPr>
            <a:xfrm>
              <a:off x="754" y="3474"/>
              <a:ext cx="2551" cy="5754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56"/>
              </p:custDataLst>
            </p:nvPr>
          </p:nvSpPr>
          <p:spPr>
            <a:xfrm>
              <a:off x="1277" y="3537"/>
              <a:ext cx="150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进度管理</a:t>
              </a:r>
            </a:p>
          </p:txBody>
        </p:sp>
        <p:sp>
          <p:nvSpPr>
            <p:cNvPr id="60" name="流程图: 过程 59"/>
            <p:cNvSpPr/>
            <p:nvPr>
              <p:custDataLst>
                <p:tags r:id="rId57"/>
              </p:custDataLst>
            </p:nvPr>
          </p:nvSpPr>
          <p:spPr>
            <a:xfrm>
              <a:off x="1278" y="4103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项目档案</a:t>
              </a:r>
            </a:p>
          </p:txBody>
        </p:sp>
        <p:sp>
          <p:nvSpPr>
            <p:cNvPr id="61" name="流程图: 过程 60"/>
            <p:cNvSpPr/>
            <p:nvPr>
              <p:custDataLst>
                <p:tags r:id="rId58"/>
              </p:custDataLst>
            </p:nvPr>
          </p:nvSpPr>
          <p:spPr>
            <a:xfrm>
              <a:off x="1278" y="4719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进度填报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流程图: 过程 61"/>
            <p:cNvSpPr/>
            <p:nvPr>
              <p:custDataLst>
                <p:tags r:id="rId59"/>
              </p:custDataLst>
            </p:nvPr>
          </p:nvSpPr>
          <p:spPr>
            <a:xfrm>
              <a:off x="1278" y="5335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工时</a:t>
              </a: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填报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流程图: 过程 62"/>
            <p:cNvSpPr/>
            <p:nvPr>
              <p:custDataLst>
                <p:tags r:id="rId60"/>
              </p:custDataLst>
            </p:nvPr>
          </p:nvSpPr>
          <p:spPr>
            <a:xfrm>
              <a:off x="1278" y="5951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状态变更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64" name="直接箭头连接符 63"/>
            <p:cNvCxnSpPr>
              <a:stCxn id="60" idx="2"/>
              <a:endCxn id="61" idx="0"/>
            </p:cNvCxnSpPr>
            <p:nvPr>
              <p:custDataLst>
                <p:tags r:id="rId61"/>
              </p:custDataLst>
            </p:nvPr>
          </p:nvCxnSpPr>
          <p:spPr>
            <a:xfrm>
              <a:off x="2030" y="4529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61" idx="2"/>
              <a:endCxn id="62" idx="0"/>
            </p:cNvCxnSpPr>
            <p:nvPr>
              <p:custDataLst>
                <p:tags r:id="rId62"/>
              </p:custDataLst>
            </p:nvPr>
          </p:nvCxnSpPr>
          <p:spPr>
            <a:xfrm>
              <a:off x="2030" y="5145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62" idx="2"/>
              <a:endCxn id="63" idx="0"/>
            </p:cNvCxnSpPr>
            <p:nvPr>
              <p:custDataLst>
                <p:tags r:id="rId63"/>
              </p:custDataLst>
            </p:nvPr>
          </p:nvCxnSpPr>
          <p:spPr>
            <a:xfrm>
              <a:off x="2030" y="5761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矩形 229"/>
          <p:cNvSpPr/>
          <p:nvPr>
            <p:custDataLst>
              <p:tags r:id="rId34"/>
            </p:custDataLst>
          </p:nvPr>
        </p:nvSpPr>
        <p:spPr>
          <a:xfrm flipV="1">
            <a:off x="4521200" y="2160270"/>
            <a:ext cx="7174230" cy="460375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31" name="流程图: 过程 230"/>
          <p:cNvSpPr/>
          <p:nvPr>
            <p:custDataLst>
              <p:tags r:id="rId35"/>
            </p:custDataLst>
          </p:nvPr>
        </p:nvSpPr>
        <p:spPr>
          <a:xfrm>
            <a:off x="8388985" y="22536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</a:p>
        </p:txBody>
      </p:sp>
      <p:sp>
        <p:nvSpPr>
          <p:cNvPr id="232" name="文本框 231"/>
          <p:cNvSpPr txBox="1"/>
          <p:nvPr>
            <p:custDataLst>
              <p:tags r:id="rId36"/>
            </p:custDataLst>
          </p:nvPr>
        </p:nvSpPr>
        <p:spPr>
          <a:xfrm>
            <a:off x="5595620" y="2253615"/>
            <a:ext cx="100901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预算管理</a:t>
            </a:r>
          </a:p>
        </p:txBody>
      </p:sp>
      <p:sp>
        <p:nvSpPr>
          <p:cNvPr id="233" name="流程图: 过程 232"/>
          <p:cNvSpPr/>
          <p:nvPr>
            <p:custDataLst>
              <p:tags r:id="rId37"/>
            </p:custDataLst>
          </p:nvPr>
        </p:nvSpPr>
        <p:spPr>
          <a:xfrm>
            <a:off x="10325735" y="22536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预算调整</a:t>
            </a:r>
          </a:p>
        </p:txBody>
      </p:sp>
      <p:cxnSp>
        <p:nvCxnSpPr>
          <p:cNvPr id="234" name="直接箭头连接符 35"/>
          <p:cNvCxnSpPr>
            <a:stCxn id="231" idx="3"/>
            <a:endCxn id="233" idx="1"/>
          </p:cNvCxnSpPr>
          <p:nvPr>
            <p:custDataLst>
              <p:tags r:id="rId38"/>
            </p:custDataLst>
          </p:nvPr>
        </p:nvCxnSpPr>
        <p:spPr>
          <a:xfrm>
            <a:off x="9420225" y="2398395"/>
            <a:ext cx="905510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39"/>
            </p:custDataLst>
          </p:nvPr>
        </p:nvSpPr>
        <p:spPr>
          <a:xfrm>
            <a:off x="4521200" y="2727960"/>
            <a:ext cx="3131820" cy="30867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08" name="流程图: 过程 107"/>
          <p:cNvSpPr/>
          <p:nvPr>
            <p:custDataLst>
              <p:tags r:id="rId40"/>
            </p:custDataLst>
          </p:nvPr>
        </p:nvSpPr>
        <p:spPr>
          <a:xfrm>
            <a:off x="6282055" y="5407660"/>
            <a:ext cx="954405" cy="270510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领用退库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09" name="流程图: 过程 108"/>
          <p:cNvSpPr/>
          <p:nvPr>
            <p:custDataLst>
              <p:tags r:id="rId41"/>
            </p:custDataLst>
          </p:nvPr>
        </p:nvSpPr>
        <p:spPr>
          <a:xfrm>
            <a:off x="6282055" y="3842385"/>
            <a:ext cx="954405" cy="270510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采购申请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0" name="流程图: 过程 109"/>
          <p:cNvSpPr/>
          <p:nvPr>
            <p:custDataLst>
              <p:tags r:id="rId42"/>
            </p:custDataLst>
          </p:nvPr>
        </p:nvSpPr>
        <p:spPr>
          <a:xfrm>
            <a:off x="6282055" y="4233545"/>
            <a:ext cx="954405" cy="270510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采购订单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3" name="流程图: 过程 122"/>
          <p:cNvSpPr/>
          <p:nvPr>
            <p:custDataLst>
              <p:tags r:id="rId43"/>
            </p:custDataLst>
          </p:nvPr>
        </p:nvSpPr>
        <p:spPr>
          <a:xfrm>
            <a:off x="6282055" y="5016500"/>
            <a:ext cx="954405" cy="270510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领用出库</a:t>
            </a:r>
          </a:p>
        </p:txBody>
      </p:sp>
      <p:sp>
        <p:nvSpPr>
          <p:cNvPr id="124" name="流程图: 过程 123"/>
          <p:cNvSpPr/>
          <p:nvPr>
            <p:custDataLst>
              <p:tags r:id="rId44"/>
            </p:custDataLst>
          </p:nvPr>
        </p:nvSpPr>
        <p:spPr>
          <a:xfrm>
            <a:off x="6282055" y="4624705"/>
            <a:ext cx="954405" cy="270510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采购入库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25" name="直接箭头连接符 124"/>
          <p:cNvCxnSpPr/>
          <p:nvPr>
            <p:custDataLst>
              <p:tags r:id="rId45"/>
            </p:custDataLst>
          </p:nvPr>
        </p:nvCxnSpPr>
        <p:spPr>
          <a:xfrm>
            <a:off x="6759575" y="4127500"/>
            <a:ext cx="0" cy="120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/>
          <p:nvPr>
            <p:custDataLst>
              <p:tags r:id="rId46"/>
            </p:custDataLst>
          </p:nvPr>
        </p:nvCxnSpPr>
        <p:spPr>
          <a:xfrm>
            <a:off x="6759575" y="4519295"/>
            <a:ext cx="0" cy="120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/>
          <p:nvPr>
            <p:custDataLst>
              <p:tags r:id="rId47"/>
            </p:custDataLst>
          </p:nvPr>
        </p:nvCxnSpPr>
        <p:spPr>
          <a:xfrm>
            <a:off x="6759575" y="4915535"/>
            <a:ext cx="0" cy="120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>
            <p:custDataLst>
              <p:tags r:id="rId48"/>
            </p:custDataLst>
          </p:nvPr>
        </p:nvCxnSpPr>
        <p:spPr>
          <a:xfrm>
            <a:off x="6759575" y="5309235"/>
            <a:ext cx="0" cy="12065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流程图: 过程 129"/>
          <p:cNvSpPr/>
          <p:nvPr>
            <p:custDataLst>
              <p:tags r:id="rId49"/>
            </p:custDataLst>
          </p:nvPr>
        </p:nvSpPr>
        <p:spPr>
          <a:xfrm>
            <a:off x="5034915" y="3442970"/>
            <a:ext cx="954405" cy="270510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配置清单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31" name="流程图: 过程 130"/>
          <p:cNvSpPr/>
          <p:nvPr>
            <p:custDataLst>
              <p:tags r:id="rId50"/>
            </p:custDataLst>
          </p:nvPr>
        </p:nvSpPr>
        <p:spPr>
          <a:xfrm>
            <a:off x="5034915" y="3820795"/>
            <a:ext cx="954405" cy="270510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组装单</a:t>
            </a:r>
          </a:p>
        </p:txBody>
      </p:sp>
      <p:cxnSp>
        <p:nvCxnSpPr>
          <p:cNvPr id="133" name="直接箭头连接符 132"/>
          <p:cNvCxnSpPr/>
          <p:nvPr>
            <p:custDataLst>
              <p:tags r:id="rId51"/>
            </p:custDataLst>
          </p:nvPr>
        </p:nvCxnSpPr>
        <p:spPr>
          <a:xfrm>
            <a:off x="5510530" y="3746500"/>
            <a:ext cx="3810" cy="10731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文本框 227"/>
          <p:cNvSpPr txBox="1"/>
          <p:nvPr>
            <p:custDataLst>
              <p:tags r:id="rId52"/>
            </p:custDataLst>
          </p:nvPr>
        </p:nvSpPr>
        <p:spPr>
          <a:xfrm>
            <a:off x="5586730" y="2799080"/>
            <a:ext cx="1017905" cy="2882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项目物资</a:t>
            </a:r>
          </a:p>
        </p:txBody>
      </p:sp>
      <p:cxnSp>
        <p:nvCxnSpPr>
          <p:cNvPr id="239" name="直接连接符 238"/>
          <p:cNvCxnSpPr/>
          <p:nvPr>
            <p:custDataLst>
              <p:tags r:id="rId53"/>
            </p:custDataLst>
          </p:nvPr>
        </p:nvCxnSpPr>
        <p:spPr>
          <a:xfrm>
            <a:off x="5997575" y="3560445"/>
            <a:ext cx="76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肘形连接符 234"/>
          <p:cNvCxnSpPr>
            <a:endCxn id="130" idx="0"/>
          </p:cNvCxnSpPr>
          <p:nvPr/>
        </p:nvCxnSpPr>
        <p:spPr>
          <a:xfrm>
            <a:off x="3791585" y="3095625"/>
            <a:ext cx="1720850" cy="347345"/>
          </a:xfrm>
          <a:prstGeom prst="bentConnector2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肘形连接符 244"/>
          <p:cNvCxnSpPr>
            <a:stCxn id="231" idx="1"/>
            <a:endCxn id="109" idx="0"/>
          </p:cNvCxnSpPr>
          <p:nvPr/>
        </p:nvCxnSpPr>
        <p:spPr>
          <a:xfrm rot="10800000" flipV="1">
            <a:off x="6759575" y="2398395"/>
            <a:ext cx="1629410" cy="144399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肘形连接符 245"/>
          <p:cNvCxnSpPr>
            <a:endCxn id="185" idx="1"/>
          </p:cNvCxnSpPr>
          <p:nvPr/>
        </p:nvCxnSpPr>
        <p:spPr>
          <a:xfrm rot="5400000" flipV="1">
            <a:off x="7139940" y="3121025"/>
            <a:ext cx="1944370" cy="55118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肘形连接符 246"/>
          <p:cNvCxnSpPr/>
          <p:nvPr/>
        </p:nvCxnSpPr>
        <p:spPr>
          <a:xfrm rot="5400000" flipV="1">
            <a:off x="9685020" y="2565400"/>
            <a:ext cx="894080" cy="54102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肘形连接符 224"/>
          <p:cNvCxnSpPr>
            <a:endCxn id="123" idx="1"/>
          </p:cNvCxnSpPr>
          <p:nvPr>
            <p:custDataLst>
              <p:tags r:id="rId54"/>
            </p:custDataLst>
          </p:nvPr>
        </p:nvCxnSpPr>
        <p:spPr>
          <a:xfrm>
            <a:off x="3229610" y="3342005"/>
            <a:ext cx="3052445" cy="1809750"/>
          </a:xfrm>
          <a:prstGeom prst="bentConnector3">
            <a:avLst>
              <a:gd name="adj1" fmla="val 5001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圆角矩形 84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业务流程图：项目型</a:t>
            </a:r>
            <a:r>
              <a:rPr lang="en-US" altLang="zh-CN" sz="2800" dirty="0">
                <a:sym typeface="+mn-ea"/>
              </a:rPr>
              <a:t>生产/委外类</a:t>
            </a:r>
            <a:r>
              <a:rPr lang="zh-CN" altLang="en-US" sz="2800" dirty="0">
                <a:sym typeface="+mn-ea"/>
              </a:rPr>
              <a:t>（一）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429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适用于按照项目进行生产或委外的企业。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矩形 148"/>
          <p:cNvSpPr/>
          <p:nvPr>
            <p:custDataLst>
              <p:tags r:id="rId2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3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4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5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6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7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8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9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0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8" name="箭头: 下 88"/>
          <p:cNvSpPr/>
          <p:nvPr>
            <p:custDataLst>
              <p:tags r:id="rId11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2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3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4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5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6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7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8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19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20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1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340" name="流程图: 过程 339"/>
          <p:cNvSpPr/>
          <p:nvPr>
            <p:custDataLst>
              <p:tags r:id="rId22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23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24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25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9897110" y="2727960"/>
            <a:ext cx="1799590" cy="3086100"/>
            <a:chOff x="15508" y="4296"/>
            <a:chExt cx="2834" cy="4860"/>
          </a:xfrm>
        </p:grpSpPr>
        <p:sp>
          <p:nvSpPr>
            <p:cNvPr id="143" name="矩形 142"/>
            <p:cNvSpPr/>
            <p:nvPr>
              <p:custDataLst>
                <p:tags r:id="rId103"/>
              </p:custDataLst>
            </p:nvPr>
          </p:nvSpPr>
          <p:spPr>
            <a:xfrm>
              <a:off x="15508" y="4296"/>
              <a:ext cx="2835" cy="4861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104"/>
              </p:custDataLst>
            </p:nvPr>
          </p:nvSpPr>
          <p:spPr>
            <a:xfrm>
              <a:off x="16175" y="4408"/>
              <a:ext cx="15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费用管理</a:t>
              </a:r>
            </a:p>
          </p:txBody>
        </p:sp>
        <p:sp>
          <p:nvSpPr>
            <p:cNvPr id="146" name="流程图: 过程 145"/>
            <p:cNvSpPr/>
            <p:nvPr>
              <p:custDataLst>
                <p:tags r:id="rId105"/>
              </p:custDataLst>
            </p:nvPr>
          </p:nvSpPr>
          <p:spPr>
            <a:xfrm>
              <a:off x="16174" y="6051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借款单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8" name="流程图: 过程 147"/>
            <p:cNvSpPr/>
            <p:nvPr>
              <p:custDataLst>
                <p:tags r:id="rId106"/>
              </p:custDataLst>
            </p:nvPr>
          </p:nvSpPr>
          <p:spPr>
            <a:xfrm>
              <a:off x="16174" y="7283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还款单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4" name="流程图: 过程 183"/>
            <p:cNvSpPr/>
            <p:nvPr>
              <p:custDataLst>
                <p:tags r:id="rId107"/>
              </p:custDataLst>
            </p:nvPr>
          </p:nvSpPr>
          <p:spPr>
            <a:xfrm>
              <a:off x="16174" y="8524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费用分摊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5" name="流程图: 过程 184"/>
            <p:cNvSpPr/>
            <p:nvPr>
              <p:custDataLst>
                <p:tags r:id="rId108"/>
              </p:custDataLst>
            </p:nvPr>
          </p:nvSpPr>
          <p:spPr>
            <a:xfrm>
              <a:off x="16174" y="6667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报销单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91" name="直接箭头连接符 190"/>
            <p:cNvCxnSpPr/>
            <p:nvPr>
              <p:custDataLst>
                <p:tags r:id="rId109"/>
              </p:custDataLst>
            </p:nvPr>
          </p:nvCxnSpPr>
          <p:spPr>
            <a:xfrm>
              <a:off x="16925" y="6505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箭头连接符 193"/>
            <p:cNvCxnSpPr/>
            <p:nvPr>
              <p:custDataLst>
                <p:tags r:id="rId110"/>
              </p:custDataLst>
            </p:nvPr>
          </p:nvCxnSpPr>
          <p:spPr>
            <a:xfrm>
              <a:off x="16925" y="7121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组合 241"/>
          <p:cNvGrpSpPr/>
          <p:nvPr/>
        </p:nvGrpSpPr>
        <p:grpSpPr>
          <a:xfrm>
            <a:off x="2360295" y="2160270"/>
            <a:ext cx="1800225" cy="3653790"/>
            <a:chOff x="3690" y="3474"/>
            <a:chExt cx="2835" cy="5754"/>
          </a:xfrm>
        </p:grpSpPr>
        <p:sp>
          <p:nvSpPr>
            <p:cNvPr id="68" name="矩形 67"/>
            <p:cNvSpPr/>
            <p:nvPr>
              <p:custDataLst>
                <p:tags r:id="rId83"/>
              </p:custDataLst>
            </p:nvPr>
          </p:nvSpPr>
          <p:spPr>
            <a:xfrm>
              <a:off x="3690" y="3474"/>
              <a:ext cx="2835" cy="5754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9" name="流程图: 过程 68"/>
            <p:cNvSpPr/>
            <p:nvPr>
              <p:custDataLst>
                <p:tags r:id="rId84"/>
              </p:custDataLst>
            </p:nvPr>
          </p:nvSpPr>
          <p:spPr>
            <a:xfrm>
              <a:off x="4406" y="4103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项目报价</a:t>
              </a:r>
            </a:p>
          </p:txBody>
        </p:sp>
        <p:sp>
          <p:nvSpPr>
            <p:cNvPr id="70" name="流程图: 过程 69"/>
            <p:cNvSpPr/>
            <p:nvPr>
              <p:custDataLst>
                <p:tags r:id="rId85"/>
              </p:custDataLst>
            </p:nvPr>
          </p:nvSpPr>
          <p:spPr>
            <a:xfrm>
              <a:off x="4406" y="4719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收入合同</a:t>
              </a:r>
            </a:p>
          </p:txBody>
        </p:sp>
        <p:sp>
          <p:nvSpPr>
            <p:cNvPr id="71" name="文本框 70"/>
            <p:cNvSpPr txBox="1"/>
            <p:nvPr>
              <p:custDataLst>
                <p:tags r:id="rId86"/>
              </p:custDataLst>
            </p:nvPr>
          </p:nvSpPr>
          <p:spPr>
            <a:xfrm>
              <a:off x="4420" y="3537"/>
              <a:ext cx="148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收入管理</a:t>
              </a:r>
            </a:p>
          </p:txBody>
        </p:sp>
        <p:sp>
          <p:nvSpPr>
            <p:cNvPr id="72" name="流程图: 过程 71"/>
            <p:cNvSpPr/>
            <p:nvPr>
              <p:custDataLst>
                <p:tags r:id="rId87"/>
              </p:custDataLst>
            </p:nvPr>
          </p:nvSpPr>
          <p:spPr>
            <a:xfrm>
              <a:off x="4406" y="5609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收入确认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流程图: 过程 72"/>
            <p:cNvSpPr/>
            <p:nvPr>
              <p:custDataLst>
                <p:tags r:id="rId88"/>
              </p:custDataLst>
            </p:nvPr>
          </p:nvSpPr>
          <p:spPr>
            <a:xfrm>
              <a:off x="4406" y="6841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收入发票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流程图: 过程 73"/>
            <p:cNvSpPr/>
            <p:nvPr>
              <p:custDataLst>
                <p:tags r:id="rId89"/>
              </p:custDataLst>
            </p:nvPr>
          </p:nvSpPr>
          <p:spPr>
            <a:xfrm>
              <a:off x="4406" y="7458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收款单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流程图: 过程 74"/>
            <p:cNvSpPr/>
            <p:nvPr>
              <p:custDataLst>
                <p:tags r:id="rId90"/>
              </p:custDataLst>
            </p:nvPr>
          </p:nvSpPr>
          <p:spPr>
            <a:xfrm>
              <a:off x="4406" y="6225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开票申请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76" name="直接箭头连接符 75"/>
            <p:cNvCxnSpPr/>
            <p:nvPr>
              <p:custDataLst>
                <p:tags r:id="rId91"/>
              </p:custDataLst>
            </p:nvPr>
          </p:nvCxnSpPr>
          <p:spPr>
            <a:xfrm>
              <a:off x="5155" y="4579"/>
              <a:ext cx="6" cy="16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>
              <p:custDataLst>
                <p:tags r:id="rId92"/>
              </p:custDataLst>
            </p:nvPr>
          </p:nvCxnSpPr>
          <p:spPr>
            <a:xfrm>
              <a:off x="5155" y="6063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>
              <p:custDataLst>
                <p:tags r:id="rId93"/>
              </p:custDataLst>
            </p:nvPr>
          </p:nvCxnSpPr>
          <p:spPr>
            <a:xfrm>
              <a:off x="5155" y="6679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>
              <p:custDataLst>
                <p:tags r:id="rId94"/>
              </p:custDataLst>
            </p:nvPr>
          </p:nvCxnSpPr>
          <p:spPr>
            <a:xfrm>
              <a:off x="5161" y="7295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79"/>
            <p:cNvGrpSpPr/>
            <p:nvPr/>
          </p:nvGrpSpPr>
          <p:grpSpPr>
            <a:xfrm>
              <a:off x="4406" y="8074"/>
              <a:ext cx="1503" cy="1042"/>
              <a:chOff x="3263" y="5308"/>
              <a:chExt cx="1298" cy="900"/>
            </a:xfrm>
          </p:grpSpPr>
          <p:sp>
            <p:nvSpPr>
              <p:cNvPr id="101" name="流程图: 过程 100"/>
              <p:cNvSpPr/>
              <p:nvPr>
                <p:custDataLst>
                  <p:tags r:id="rId100"/>
                </p:custDataLst>
              </p:nvPr>
            </p:nvSpPr>
            <p:spPr>
              <a:xfrm>
                <a:off x="3263" y="5840"/>
                <a:ext cx="1298" cy="368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保证金退回</a:t>
                </a:r>
                <a:endPara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流程图: 过程 101"/>
              <p:cNvSpPr/>
              <p:nvPr>
                <p:custDataLst>
                  <p:tags r:id="rId101"/>
                </p:custDataLst>
              </p:nvPr>
            </p:nvSpPr>
            <p:spPr>
              <a:xfrm>
                <a:off x="3263" y="5308"/>
                <a:ext cx="1298" cy="368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保证金付款</a:t>
                </a:r>
              </a:p>
            </p:txBody>
          </p:sp>
          <p:cxnSp>
            <p:nvCxnSpPr>
              <p:cNvPr id="105" name="直接箭头连接符 104"/>
              <p:cNvCxnSpPr/>
              <p:nvPr>
                <p:custDataLst>
                  <p:tags r:id="rId102"/>
                </p:custDataLst>
              </p:nvPr>
            </p:nvCxnSpPr>
            <p:spPr>
              <a:xfrm>
                <a:off x="3915" y="5710"/>
                <a:ext cx="0" cy="16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6" name="直接箭头连接符 105"/>
            <p:cNvCxnSpPr>
              <a:stCxn id="70" idx="2"/>
              <a:endCxn id="72" idx="0"/>
            </p:cNvCxnSpPr>
            <p:nvPr>
              <p:custDataLst>
                <p:tags r:id="rId95"/>
              </p:custDataLst>
            </p:nvPr>
          </p:nvCxnSpPr>
          <p:spPr>
            <a:xfrm>
              <a:off x="5158" y="5145"/>
              <a:ext cx="0" cy="464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>
              <p:custDataLst>
                <p:tags r:id="rId96"/>
              </p:custDataLst>
            </p:nvPr>
          </p:nvCxnSpPr>
          <p:spPr>
            <a:xfrm flipH="1">
              <a:off x="4101" y="5334"/>
              <a:ext cx="1066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肘形连接符 203"/>
            <p:cNvCxnSpPr>
              <a:endCxn id="74" idx="1"/>
            </p:cNvCxnSpPr>
            <p:nvPr>
              <p:custDataLst>
                <p:tags r:id="rId97"/>
              </p:custDataLst>
            </p:nvPr>
          </p:nvCxnSpPr>
          <p:spPr>
            <a:xfrm rot="5400000" flipV="1">
              <a:off x="3084" y="6348"/>
              <a:ext cx="2361" cy="284"/>
            </a:xfrm>
            <a:prstGeom prst="bentConnector2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>
              <a:endCxn id="75" idx="1"/>
            </p:cNvCxnSpPr>
            <p:nvPr>
              <p:custDataLst>
                <p:tags r:id="rId98"/>
              </p:custDataLst>
            </p:nvPr>
          </p:nvCxnSpPr>
          <p:spPr>
            <a:xfrm flipV="1">
              <a:off x="4108" y="6438"/>
              <a:ext cx="298" cy="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/>
            <p:nvPr>
              <p:custDataLst>
                <p:tags r:id="rId99"/>
              </p:custDataLst>
            </p:nvPr>
          </p:nvCxnSpPr>
          <p:spPr>
            <a:xfrm flipV="1">
              <a:off x="4122" y="7055"/>
              <a:ext cx="298" cy="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476250" y="2160270"/>
            <a:ext cx="1799590" cy="3653790"/>
            <a:chOff x="610" y="3402"/>
            <a:chExt cx="2834" cy="5754"/>
          </a:xfrm>
        </p:grpSpPr>
        <p:sp>
          <p:nvSpPr>
            <p:cNvPr id="58" name="矩形 57"/>
            <p:cNvSpPr/>
            <p:nvPr>
              <p:custDataLst>
                <p:tags r:id="rId74"/>
              </p:custDataLst>
            </p:nvPr>
          </p:nvSpPr>
          <p:spPr>
            <a:xfrm>
              <a:off x="610" y="3402"/>
              <a:ext cx="2834" cy="5754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75"/>
              </p:custDataLst>
            </p:nvPr>
          </p:nvSpPr>
          <p:spPr>
            <a:xfrm>
              <a:off x="1275" y="3465"/>
              <a:ext cx="150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进度管理</a:t>
              </a:r>
            </a:p>
          </p:txBody>
        </p:sp>
        <p:sp>
          <p:nvSpPr>
            <p:cNvPr id="60" name="流程图: 过程 59"/>
            <p:cNvSpPr/>
            <p:nvPr>
              <p:custDataLst>
                <p:tags r:id="rId76"/>
              </p:custDataLst>
            </p:nvPr>
          </p:nvSpPr>
          <p:spPr>
            <a:xfrm>
              <a:off x="1276" y="4031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项目档案</a:t>
              </a:r>
            </a:p>
          </p:txBody>
        </p:sp>
        <p:sp>
          <p:nvSpPr>
            <p:cNvPr id="61" name="流程图: 过程 60"/>
            <p:cNvSpPr/>
            <p:nvPr>
              <p:custDataLst>
                <p:tags r:id="rId77"/>
              </p:custDataLst>
            </p:nvPr>
          </p:nvSpPr>
          <p:spPr>
            <a:xfrm>
              <a:off x="1276" y="4647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进度填报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流程图: 过程 61"/>
            <p:cNvSpPr/>
            <p:nvPr>
              <p:custDataLst>
                <p:tags r:id="rId78"/>
              </p:custDataLst>
            </p:nvPr>
          </p:nvSpPr>
          <p:spPr>
            <a:xfrm>
              <a:off x="1276" y="5263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工时</a:t>
              </a: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填报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流程图: 过程 62"/>
            <p:cNvSpPr/>
            <p:nvPr>
              <p:custDataLst>
                <p:tags r:id="rId79"/>
              </p:custDataLst>
            </p:nvPr>
          </p:nvSpPr>
          <p:spPr>
            <a:xfrm>
              <a:off x="1276" y="5879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状态变更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64" name="直接箭头连接符 63"/>
            <p:cNvCxnSpPr>
              <a:stCxn id="60" idx="2"/>
              <a:endCxn id="61" idx="0"/>
            </p:cNvCxnSpPr>
            <p:nvPr>
              <p:custDataLst>
                <p:tags r:id="rId80"/>
              </p:custDataLst>
            </p:nvPr>
          </p:nvCxnSpPr>
          <p:spPr>
            <a:xfrm>
              <a:off x="2027" y="4457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61" idx="2"/>
              <a:endCxn id="62" idx="0"/>
            </p:cNvCxnSpPr>
            <p:nvPr>
              <p:custDataLst>
                <p:tags r:id="rId81"/>
              </p:custDataLst>
            </p:nvPr>
          </p:nvCxnSpPr>
          <p:spPr>
            <a:xfrm>
              <a:off x="2027" y="5073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62" idx="2"/>
              <a:endCxn id="63" idx="0"/>
            </p:cNvCxnSpPr>
            <p:nvPr>
              <p:custDataLst>
                <p:tags r:id="rId82"/>
              </p:custDataLst>
            </p:nvPr>
          </p:nvCxnSpPr>
          <p:spPr>
            <a:xfrm>
              <a:off x="2027" y="5689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矩形 229"/>
          <p:cNvSpPr/>
          <p:nvPr>
            <p:custDataLst>
              <p:tags r:id="rId26"/>
            </p:custDataLst>
          </p:nvPr>
        </p:nvSpPr>
        <p:spPr>
          <a:xfrm flipV="1">
            <a:off x="8013065" y="2160270"/>
            <a:ext cx="3682365" cy="460375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31" name="流程图: 过程 230"/>
          <p:cNvSpPr/>
          <p:nvPr>
            <p:custDataLst>
              <p:tags r:id="rId27"/>
            </p:custDataLst>
          </p:nvPr>
        </p:nvSpPr>
        <p:spPr>
          <a:xfrm>
            <a:off x="9278620" y="22536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</a:p>
        </p:txBody>
      </p:sp>
      <p:sp>
        <p:nvSpPr>
          <p:cNvPr id="232" name="文本框 231"/>
          <p:cNvSpPr txBox="1"/>
          <p:nvPr>
            <p:custDataLst>
              <p:tags r:id="rId28"/>
            </p:custDataLst>
          </p:nvPr>
        </p:nvSpPr>
        <p:spPr>
          <a:xfrm>
            <a:off x="8042275" y="2253615"/>
            <a:ext cx="100901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预算管理</a:t>
            </a:r>
          </a:p>
        </p:txBody>
      </p:sp>
      <p:sp>
        <p:nvSpPr>
          <p:cNvPr id="233" name="流程图: 过程 232"/>
          <p:cNvSpPr/>
          <p:nvPr>
            <p:custDataLst>
              <p:tags r:id="rId29"/>
            </p:custDataLst>
          </p:nvPr>
        </p:nvSpPr>
        <p:spPr>
          <a:xfrm>
            <a:off x="10462895" y="22536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预算调整</a:t>
            </a:r>
          </a:p>
        </p:txBody>
      </p:sp>
      <p:cxnSp>
        <p:nvCxnSpPr>
          <p:cNvPr id="234" name="直接箭头连接符 35"/>
          <p:cNvCxnSpPr>
            <a:endCxn id="233" idx="1"/>
          </p:cNvCxnSpPr>
          <p:nvPr>
            <p:custDataLst>
              <p:tags r:id="rId30"/>
            </p:custDataLst>
          </p:nvPr>
        </p:nvCxnSpPr>
        <p:spPr>
          <a:xfrm>
            <a:off x="10309860" y="2398395"/>
            <a:ext cx="153035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>
            <p:custDataLst>
              <p:tags r:id="rId31"/>
            </p:custDataLst>
          </p:nvPr>
        </p:nvSpPr>
        <p:spPr>
          <a:xfrm>
            <a:off x="6129020" y="2160270"/>
            <a:ext cx="1800225" cy="36537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52" name="流程图: 过程 51"/>
          <p:cNvSpPr/>
          <p:nvPr>
            <p:custDataLst>
              <p:tags r:id="rId32"/>
            </p:custDataLst>
          </p:nvPr>
        </p:nvSpPr>
        <p:spPr>
          <a:xfrm>
            <a:off x="6544310" y="2557780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33"/>
            </p:custDataLst>
          </p:nvPr>
        </p:nvSpPr>
        <p:spPr>
          <a:xfrm>
            <a:off x="6538595" y="2192020"/>
            <a:ext cx="98171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委外管理</a:t>
            </a:r>
          </a:p>
        </p:txBody>
      </p:sp>
      <p:sp>
        <p:nvSpPr>
          <p:cNvPr id="54" name="流程图: 过程 53"/>
          <p:cNvSpPr/>
          <p:nvPr>
            <p:custDataLst>
              <p:tags r:id="rId34"/>
            </p:custDataLst>
          </p:nvPr>
        </p:nvSpPr>
        <p:spPr>
          <a:xfrm>
            <a:off x="6544310" y="4644390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委外发料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流程图: 过程 54"/>
          <p:cNvSpPr/>
          <p:nvPr>
            <p:custDataLst>
              <p:tags r:id="rId35"/>
            </p:custDataLst>
          </p:nvPr>
        </p:nvSpPr>
        <p:spPr>
          <a:xfrm>
            <a:off x="6544310" y="5438775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委外成本核算</a:t>
            </a:r>
            <a:endParaRPr kumimoji="0" lang="zh-CN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流程图: 过程 55"/>
          <p:cNvSpPr/>
          <p:nvPr>
            <p:custDataLst>
              <p:tags r:id="rId36"/>
            </p:custDataLst>
          </p:nvPr>
        </p:nvSpPr>
        <p:spPr>
          <a:xfrm>
            <a:off x="6544310" y="5041265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委外产品入库</a:t>
            </a:r>
            <a:endParaRPr kumimoji="0" lang="zh-CN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流程图: 过程 56"/>
          <p:cNvSpPr/>
          <p:nvPr>
            <p:custDataLst>
              <p:tags r:id="rId37"/>
            </p:custDataLst>
          </p:nvPr>
        </p:nvSpPr>
        <p:spPr>
          <a:xfrm>
            <a:off x="6544310" y="4246880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委外加工单</a:t>
            </a:r>
          </a:p>
        </p:txBody>
      </p:sp>
      <p:cxnSp>
        <p:nvCxnSpPr>
          <p:cNvPr id="5" name="直接箭头连接符 4"/>
          <p:cNvCxnSpPr/>
          <p:nvPr>
            <p:custDataLst>
              <p:tags r:id="rId38"/>
            </p:custDataLst>
          </p:nvPr>
        </p:nvCxnSpPr>
        <p:spPr>
          <a:xfrm>
            <a:off x="7029450" y="4533900"/>
            <a:ext cx="0" cy="12255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>
            <p:custDataLst>
              <p:tags r:id="rId39"/>
            </p:custDataLst>
          </p:nvPr>
        </p:nvCxnSpPr>
        <p:spPr>
          <a:xfrm>
            <a:off x="7029450" y="4936490"/>
            <a:ext cx="0" cy="12255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40"/>
            </p:custDataLst>
          </p:nvPr>
        </p:nvCxnSpPr>
        <p:spPr>
          <a:xfrm>
            <a:off x="7029450" y="5335905"/>
            <a:ext cx="0" cy="12255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矩形 140"/>
          <p:cNvSpPr/>
          <p:nvPr>
            <p:custDataLst>
              <p:tags r:id="rId41"/>
            </p:custDataLst>
          </p:nvPr>
        </p:nvSpPr>
        <p:spPr>
          <a:xfrm>
            <a:off x="8013065" y="2727960"/>
            <a:ext cx="1800225" cy="30867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28" name="文本框 227"/>
          <p:cNvSpPr txBox="1"/>
          <p:nvPr>
            <p:custDataLst>
              <p:tags r:id="rId42"/>
            </p:custDataLst>
          </p:nvPr>
        </p:nvSpPr>
        <p:spPr>
          <a:xfrm>
            <a:off x="8404225" y="2799080"/>
            <a:ext cx="1017905" cy="2882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项目物资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8428355" y="3451860"/>
            <a:ext cx="969010" cy="2261235"/>
            <a:chOff x="19784" y="5436"/>
            <a:chExt cx="1526" cy="3561"/>
          </a:xfrm>
        </p:grpSpPr>
        <p:sp>
          <p:nvSpPr>
            <p:cNvPr id="11" name="流程图: 过程 10"/>
            <p:cNvSpPr/>
            <p:nvPr>
              <p:custDataLst>
                <p:tags r:id="rId63"/>
              </p:custDataLst>
            </p:nvPr>
          </p:nvSpPr>
          <p:spPr>
            <a:xfrm>
              <a:off x="19784" y="6688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采购入库</a:t>
              </a:r>
              <a:endPara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2" name="流程图: 过程 11"/>
            <p:cNvSpPr/>
            <p:nvPr>
              <p:custDataLst>
                <p:tags r:id="rId64"/>
              </p:custDataLst>
            </p:nvPr>
          </p:nvSpPr>
          <p:spPr>
            <a:xfrm>
              <a:off x="19784" y="7314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材料领用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流程图: 过程 12"/>
            <p:cNvSpPr/>
            <p:nvPr>
              <p:custDataLst>
                <p:tags r:id="rId65"/>
              </p:custDataLst>
            </p:nvPr>
          </p:nvSpPr>
          <p:spPr>
            <a:xfrm>
              <a:off x="19784" y="6062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采购订单</a:t>
              </a:r>
              <a:endPara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4" name="流程图: 过程 13"/>
            <p:cNvSpPr/>
            <p:nvPr>
              <p:custDataLst>
                <p:tags r:id="rId66"/>
              </p:custDataLst>
            </p:nvPr>
          </p:nvSpPr>
          <p:spPr>
            <a:xfrm>
              <a:off x="19784" y="7939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领用退库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流程图: 过程 98"/>
            <p:cNvSpPr/>
            <p:nvPr>
              <p:custDataLst>
                <p:tags r:id="rId67"/>
              </p:custDataLst>
            </p:nvPr>
          </p:nvSpPr>
          <p:spPr>
            <a:xfrm>
              <a:off x="19784" y="5436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采购申请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流程图: 过程 14"/>
            <p:cNvSpPr/>
            <p:nvPr>
              <p:custDataLst>
                <p:tags r:id="rId68"/>
              </p:custDataLst>
            </p:nvPr>
          </p:nvSpPr>
          <p:spPr>
            <a:xfrm>
              <a:off x="19784" y="8565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存货核算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69"/>
              </p:custDataLst>
            </p:nvPr>
          </p:nvCxnSpPr>
          <p:spPr>
            <a:xfrm>
              <a:off x="20547" y="588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>
              <p:custDataLst>
                <p:tags r:id="rId70"/>
              </p:custDataLst>
            </p:nvPr>
          </p:nvCxnSpPr>
          <p:spPr>
            <a:xfrm>
              <a:off x="20547" y="6514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>
              <p:custDataLst>
                <p:tags r:id="rId71"/>
              </p:custDataLst>
            </p:nvPr>
          </p:nvCxnSpPr>
          <p:spPr>
            <a:xfrm>
              <a:off x="20547" y="7140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>
              <p:custDataLst>
                <p:tags r:id="rId72"/>
              </p:custDataLst>
            </p:nvPr>
          </p:nvCxnSpPr>
          <p:spPr>
            <a:xfrm>
              <a:off x="20547" y="7774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/>
            <p:nvPr>
              <p:custDataLst>
                <p:tags r:id="rId73"/>
              </p:custDataLst>
            </p:nvPr>
          </p:nvCxnSpPr>
          <p:spPr>
            <a:xfrm>
              <a:off x="20547" y="8403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>
            <p:custDataLst>
              <p:tags r:id="rId43"/>
            </p:custDataLst>
          </p:nvPr>
        </p:nvSpPr>
        <p:spPr>
          <a:xfrm>
            <a:off x="4244975" y="2159635"/>
            <a:ext cx="1800225" cy="3654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2" name="流程图: 过程 41"/>
          <p:cNvSpPr/>
          <p:nvPr>
            <p:custDataLst>
              <p:tags r:id="rId44"/>
            </p:custDataLst>
          </p:nvPr>
        </p:nvSpPr>
        <p:spPr>
          <a:xfrm>
            <a:off x="4660265" y="2557780"/>
            <a:ext cx="969645" cy="27495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流程图: 过程 42"/>
          <p:cNvSpPr/>
          <p:nvPr>
            <p:custDataLst>
              <p:tags r:id="rId45"/>
            </p:custDataLst>
          </p:nvPr>
        </p:nvSpPr>
        <p:spPr>
          <a:xfrm>
            <a:off x="4660265" y="2941320"/>
            <a:ext cx="969645" cy="27495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生产任务单</a:t>
            </a:r>
          </a:p>
        </p:txBody>
      </p:sp>
      <p:sp>
        <p:nvSpPr>
          <p:cNvPr id="45" name="文本框 44"/>
          <p:cNvSpPr txBox="1"/>
          <p:nvPr>
            <p:custDataLst>
              <p:tags r:id="rId46"/>
            </p:custDataLst>
          </p:nvPr>
        </p:nvSpPr>
        <p:spPr>
          <a:xfrm>
            <a:off x="4662805" y="2192020"/>
            <a:ext cx="964565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生产管理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4660265" y="3474720"/>
            <a:ext cx="969010" cy="2261235"/>
            <a:chOff x="7311" y="5436"/>
            <a:chExt cx="1526" cy="3561"/>
          </a:xfrm>
        </p:grpSpPr>
        <p:sp>
          <p:nvSpPr>
            <p:cNvPr id="44" name="流程图: 过程 43"/>
            <p:cNvSpPr/>
            <p:nvPr>
              <p:custDataLst>
                <p:tags r:id="rId52"/>
              </p:custDataLst>
            </p:nvPr>
          </p:nvSpPr>
          <p:spPr>
            <a:xfrm>
              <a:off x="7311" y="8565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生产成本核算</a:t>
              </a:r>
              <a:endPara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流程图: 过程 45"/>
            <p:cNvSpPr/>
            <p:nvPr>
              <p:custDataLst>
                <p:tags r:id="rId53"/>
              </p:custDataLst>
            </p:nvPr>
          </p:nvSpPr>
          <p:spPr>
            <a:xfrm>
              <a:off x="7311" y="6062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计划订单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流程图: 过程 46"/>
            <p:cNvSpPr/>
            <p:nvPr>
              <p:custDataLst>
                <p:tags r:id="rId54"/>
              </p:custDataLst>
            </p:nvPr>
          </p:nvSpPr>
          <p:spPr>
            <a:xfrm>
              <a:off x="7311" y="6688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生产任务单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流程图: 过程 47"/>
            <p:cNvSpPr/>
            <p:nvPr>
              <p:custDataLst>
                <p:tags r:id="rId55"/>
              </p:custDataLst>
            </p:nvPr>
          </p:nvSpPr>
          <p:spPr>
            <a:xfrm>
              <a:off x="7311" y="7939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生产入库</a:t>
              </a:r>
            </a:p>
          </p:txBody>
        </p:sp>
        <p:sp>
          <p:nvSpPr>
            <p:cNvPr id="49" name="流程图: 过程 48"/>
            <p:cNvSpPr/>
            <p:nvPr>
              <p:custDataLst>
                <p:tags r:id="rId56"/>
              </p:custDataLst>
            </p:nvPr>
          </p:nvSpPr>
          <p:spPr>
            <a:xfrm>
              <a:off x="7311" y="5436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物料需求建议</a:t>
              </a:r>
            </a:p>
          </p:txBody>
        </p:sp>
        <p:sp>
          <p:nvSpPr>
            <p:cNvPr id="50" name="流程图: 过程 49"/>
            <p:cNvSpPr/>
            <p:nvPr>
              <p:custDataLst>
                <p:tags r:id="rId57"/>
              </p:custDataLst>
            </p:nvPr>
          </p:nvSpPr>
          <p:spPr>
            <a:xfrm>
              <a:off x="7311" y="7314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生产领料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18" name="直接箭头连接符 117"/>
            <p:cNvCxnSpPr/>
            <p:nvPr>
              <p:custDataLst>
                <p:tags r:id="rId58"/>
              </p:custDataLst>
            </p:nvPr>
          </p:nvCxnSpPr>
          <p:spPr>
            <a:xfrm>
              <a:off x="8074" y="5893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/>
            <p:nvPr>
              <p:custDataLst>
                <p:tags r:id="rId59"/>
              </p:custDataLst>
            </p:nvPr>
          </p:nvCxnSpPr>
          <p:spPr>
            <a:xfrm>
              <a:off x="8074" y="651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>
              <p:custDataLst>
                <p:tags r:id="rId60"/>
              </p:custDataLst>
            </p:nvPr>
          </p:nvCxnSpPr>
          <p:spPr>
            <a:xfrm>
              <a:off x="8074" y="7144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>
              <p:custDataLst>
                <p:tags r:id="rId61"/>
              </p:custDataLst>
            </p:nvPr>
          </p:nvCxnSpPr>
          <p:spPr>
            <a:xfrm>
              <a:off x="8074" y="777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>
              <p:custDataLst>
                <p:tags r:id="rId62"/>
              </p:custDataLst>
            </p:nvPr>
          </p:nvCxnSpPr>
          <p:spPr>
            <a:xfrm>
              <a:off x="8074" y="840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箭头连接符 23"/>
          <p:cNvCxnSpPr/>
          <p:nvPr>
            <p:custDataLst>
              <p:tags r:id="rId47"/>
            </p:custDataLst>
          </p:nvPr>
        </p:nvCxnSpPr>
        <p:spPr>
          <a:xfrm>
            <a:off x="5142865" y="2865755"/>
            <a:ext cx="3810" cy="10922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43" idx="2"/>
            <a:endCxn id="49" idx="0"/>
          </p:cNvCxnSpPr>
          <p:nvPr>
            <p:custDataLst>
              <p:tags r:id="rId48"/>
            </p:custDataLst>
          </p:nvPr>
        </p:nvCxnSpPr>
        <p:spPr>
          <a:xfrm>
            <a:off x="5144770" y="3216275"/>
            <a:ext cx="0" cy="25844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endCxn id="185" idx="1"/>
          </p:cNvCxnSpPr>
          <p:nvPr/>
        </p:nvCxnSpPr>
        <p:spPr>
          <a:xfrm rot="5400000" flipV="1">
            <a:off x="9229090" y="3277235"/>
            <a:ext cx="1842135" cy="33972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231" idx="2"/>
            <a:endCxn id="99" idx="3"/>
          </p:cNvCxnSpPr>
          <p:nvPr/>
        </p:nvCxnSpPr>
        <p:spPr>
          <a:xfrm rot="5400000">
            <a:off x="9072880" y="2867660"/>
            <a:ext cx="1047115" cy="39624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42" idx="3"/>
          </p:cNvCxnSpPr>
          <p:nvPr/>
        </p:nvCxnSpPr>
        <p:spPr>
          <a:xfrm>
            <a:off x="5629910" y="2695575"/>
            <a:ext cx="90868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70" idx="3"/>
          </p:cNvCxnSpPr>
          <p:nvPr/>
        </p:nvCxnSpPr>
        <p:spPr>
          <a:xfrm>
            <a:off x="3769360" y="3086100"/>
            <a:ext cx="88646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endCxn id="57" idx="0"/>
          </p:cNvCxnSpPr>
          <p:nvPr/>
        </p:nvCxnSpPr>
        <p:spPr>
          <a:xfrm>
            <a:off x="3298190" y="3338195"/>
            <a:ext cx="3731260" cy="90868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>
            <p:custDataLst>
              <p:tags r:id="rId49"/>
            </p:custDataLst>
          </p:nvPr>
        </p:nvCxnSpPr>
        <p:spPr>
          <a:xfrm>
            <a:off x="5629483" y="3992521"/>
            <a:ext cx="2825115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曲线连接符 113"/>
          <p:cNvCxnSpPr>
            <a:endCxn id="99" idx="1"/>
          </p:cNvCxnSpPr>
          <p:nvPr>
            <p:custDataLst>
              <p:tags r:id="rId50"/>
            </p:custDataLst>
          </p:nvPr>
        </p:nvCxnSpPr>
        <p:spPr>
          <a:xfrm flipV="1">
            <a:off x="5629275" y="3589655"/>
            <a:ext cx="2799080" cy="402590"/>
          </a:xfrm>
          <a:prstGeom prst="curvedConnector3">
            <a:avLst>
              <a:gd name="adj1" fmla="val 5002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曲线连接符 114"/>
          <p:cNvCxnSpPr/>
          <p:nvPr>
            <p:custDataLst>
              <p:tags r:id="rId51"/>
            </p:custDataLst>
          </p:nvPr>
        </p:nvCxnSpPr>
        <p:spPr>
          <a:xfrm>
            <a:off x="5629275" y="3992245"/>
            <a:ext cx="843915" cy="364490"/>
          </a:xfrm>
          <a:prstGeom prst="curvedConnector3">
            <a:avLst>
              <a:gd name="adj1" fmla="val 50038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圆角矩形 84"/>
          <p:cNvSpPr/>
          <p:nvPr>
            <p:custDataLst>
              <p:tags r:id="rId1"/>
            </p:custDataLst>
          </p:nvPr>
        </p:nvSpPr>
        <p:spPr>
          <a:xfrm>
            <a:off x="350520" y="1406525"/>
            <a:ext cx="11468100" cy="529018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ym typeface="+mn-ea"/>
              </a:rPr>
              <a:t>业务流程图：项目型</a:t>
            </a:r>
            <a:r>
              <a:rPr lang="en-US" altLang="zh-CN" sz="2800" dirty="0">
                <a:sym typeface="+mn-ea"/>
              </a:rPr>
              <a:t>生产/委外类</a:t>
            </a:r>
            <a:r>
              <a:rPr lang="zh-CN" altLang="en-US" sz="2800" dirty="0">
                <a:sym typeface="+mn-ea"/>
              </a:rPr>
              <a:t>（二）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5112" y="824873"/>
            <a:ext cx="4297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适用于按照项目进行生产或委外的企业。</a:t>
            </a:r>
            <a:endParaRPr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9" name="矩形 148"/>
          <p:cNvSpPr/>
          <p:nvPr>
            <p:custDataLst>
              <p:tags r:id="rId2"/>
            </p:custDataLst>
          </p:nvPr>
        </p:nvSpPr>
        <p:spPr>
          <a:xfrm>
            <a:off x="478790" y="6004560"/>
            <a:ext cx="11216640" cy="5695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0" name="流程图: 过程 149"/>
          <p:cNvSpPr/>
          <p:nvPr>
            <p:custDataLst>
              <p:tags r:id="rId3"/>
            </p:custDataLst>
          </p:nvPr>
        </p:nvSpPr>
        <p:spPr>
          <a:xfrm>
            <a:off x="2191385" y="6153150"/>
            <a:ext cx="14471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收入凭证</a:t>
            </a:r>
          </a:p>
        </p:txBody>
      </p:sp>
      <p:sp>
        <p:nvSpPr>
          <p:cNvPr id="151" name="流程图: 过程 150"/>
          <p:cNvSpPr/>
          <p:nvPr>
            <p:custDataLst>
              <p:tags r:id="rId4"/>
            </p:custDataLst>
          </p:nvPr>
        </p:nvSpPr>
        <p:spPr>
          <a:xfrm>
            <a:off x="4168775" y="615315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收款凭证</a:t>
            </a:r>
          </a:p>
        </p:txBody>
      </p:sp>
      <p:sp>
        <p:nvSpPr>
          <p:cNvPr id="152" name="流程图: 过程 151"/>
          <p:cNvSpPr/>
          <p:nvPr>
            <p:custDataLst>
              <p:tags r:id="rId5"/>
            </p:custDataLst>
          </p:nvPr>
        </p:nvSpPr>
        <p:spPr>
          <a:xfrm>
            <a:off x="6145530" y="616204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成本凭证</a:t>
            </a:r>
          </a:p>
        </p:txBody>
      </p:sp>
      <p:sp>
        <p:nvSpPr>
          <p:cNvPr id="153" name="流程图: 过程 152"/>
          <p:cNvSpPr/>
          <p:nvPr>
            <p:custDataLst>
              <p:tags r:id="rId6"/>
            </p:custDataLst>
          </p:nvPr>
        </p:nvSpPr>
        <p:spPr>
          <a:xfrm>
            <a:off x="8122285" y="615950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付款凭证</a:t>
            </a:r>
          </a:p>
        </p:txBody>
      </p:sp>
      <p:sp>
        <p:nvSpPr>
          <p:cNvPr id="154" name="流程图: 过程 153"/>
          <p:cNvSpPr/>
          <p:nvPr>
            <p:custDataLst>
              <p:tags r:id="rId7"/>
            </p:custDataLst>
          </p:nvPr>
        </p:nvSpPr>
        <p:spPr>
          <a:xfrm>
            <a:off x="10099040" y="6151880"/>
            <a:ext cx="14465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出纳日记账</a:t>
            </a:r>
          </a:p>
        </p:txBody>
      </p:sp>
      <p:sp>
        <p:nvSpPr>
          <p:cNvPr id="155" name="箭头: 下 116"/>
          <p:cNvSpPr/>
          <p:nvPr>
            <p:custDataLst>
              <p:tags r:id="rId8"/>
            </p:custDataLst>
          </p:nvPr>
        </p:nvSpPr>
        <p:spPr>
          <a:xfrm>
            <a:off x="100647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6" name="箭头: 下 117"/>
          <p:cNvSpPr/>
          <p:nvPr>
            <p:custDataLst>
              <p:tags r:id="rId9"/>
            </p:custDataLst>
          </p:nvPr>
        </p:nvSpPr>
        <p:spPr>
          <a:xfrm>
            <a:off x="696150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7" name="箭头: 下 118"/>
          <p:cNvSpPr/>
          <p:nvPr>
            <p:custDataLst>
              <p:tags r:id="rId10"/>
            </p:custDataLst>
          </p:nvPr>
        </p:nvSpPr>
        <p:spPr>
          <a:xfrm>
            <a:off x="1093152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8" name="箭头: 下 88"/>
          <p:cNvSpPr/>
          <p:nvPr>
            <p:custDataLst>
              <p:tags r:id="rId11"/>
            </p:custDataLst>
          </p:nvPr>
        </p:nvSpPr>
        <p:spPr>
          <a:xfrm>
            <a:off x="8946515" y="581406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59" name="箭头: 下 89"/>
          <p:cNvSpPr/>
          <p:nvPr>
            <p:custDataLst>
              <p:tags r:id="rId12"/>
            </p:custDataLst>
          </p:nvPr>
        </p:nvSpPr>
        <p:spPr>
          <a:xfrm>
            <a:off x="4976495" y="5815330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0" name="矩形 159"/>
          <p:cNvSpPr/>
          <p:nvPr>
            <p:custDataLst>
              <p:tags r:id="rId13"/>
            </p:custDataLst>
          </p:nvPr>
        </p:nvSpPr>
        <p:spPr>
          <a:xfrm>
            <a:off x="476250" y="1530350"/>
            <a:ext cx="11220450" cy="571500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161" name="流程图: 过程 160"/>
          <p:cNvSpPr/>
          <p:nvPr>
            <p:custDataLst>
              <p:tags r:id="rId14"/>
            </p:custDataLst>
          </p:nvPr>
        </p:nvSpPr>
        <p:spPr>
          <a:xfrm>
            <a:off x="1802765" y="1666875"/>
            <a:ext cx="107886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62" name="流程图: 过程 161"/>
          <p:cNvSpPr/>
          <p:nvPr>
            <p:custDataLst>
              <p:tags r:id="rId15"/>
            </p:custDataLst>
          </p:nvPr>
        </p:nvSpPr>
        <p:spPr>
          <a:xfrm>
            <a:off x="2939415" y="1666875"/>
            <a:ext cx="97663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项目汇总表</a:t>
            </a:r>
          </a:p>
        </p:txBody>
      </p:sp>
      <p:sp>
        <p:nvSpPr>
          <p:cNvPr id="163" name="流程图: 过程 162"/>
          <p:cNvSpPr/>
          <p:nvPr>
            <p:custDataLst>
              <p:tags r:id="rId16"/>
            </p:custDataLst>
          </p:nvPr>
        </p:nvSpPr>
        <p:spPr>
          <a:xfrm>
            <a:off x="529780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项目利润明细表</a:t>
            </a:r>
          </a:p>
        </p:txBody>
      </p:sp>
      <p:sp>
        <p:nvSpPr>
          <p:cNvPr id="164" name="流程图: 过程 163"/>
          <p:cNvSpPr/>
          <p:nvPr>
            <p:custDataLst>
              <p:tags r:id="rId17"/>
            </p:custDataLst>
          </p:nvPr>
        </p:nvSpPr>
        <p:spPr>
          <a:xfrm>
            <a:off x="6549390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sp>
        <p:nvSpPr>
          <p:cNvPr id="165" name="流程图: 过程 164"/>
          <p:cNvSpPr/>
          <p:nvPr>
            <p:custDataLst>
              <p:tags r:id="rId18"/>
            </p:custDataLst>
          </p:nvPr>
        </p:nvSpPr>
        <p:spPr>
          <a:xfrm>
            <a:off x="7800975" y="1666875"/>
            <a:ext cx="119380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项目收支明细表</a:t>
            </a:r>
          </a:p>
        </p:txBody>
      </p:sp>
      <p:sp>
        <p:nvSpPr>
          <p:cNvPr id="166" name="流程图: 过程 165"/>
          <p:cNvSpPr/>
          <p:nvPr>
            <p:custDataLst>
              <p:tags r:id="rId19"/>
            </p:custDataLst>
          </p:nvPr>
        </p:nvSpPr>
        <p:spPr>
          <a:xfrm>
            <a:off x="3973830" y="1666875"/>
            <a:ext cx="1266190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项目成本汇总</a:t>
            </a:r>
            <a:r>
              <a:rPr lang="en-US" altLang="zh-CN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明细表</a:t>
            </a:r>
          </a:p>
        </p:txBody>
      </p:sp>
      <p:sp>
        <p:nvSpPr>
          <p:cNvPr id="167" name="文本框 166"/>
          <p:cNvSpPr txBox="1"/>
          <p:nvPr>
            <p:custDataLst>
              <p:tags r:id="rId20"/>
            </p:custDataLst>
          </p:nvPr>
        </p:nvSpPr>
        <p:spPr>
          <a:xfrm>
            <a:off x="674370" y="6151245"/>
            <a:ext cx="986790" cy="28956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</a:p>
        </p:txBody>
      </p:sp>
      <p:sp>
        <p:nvSpPr>
          <p:cNvPr id="168" name="文本框 167"/>
          <p:cNvSpPr txBox="1"/>
          <p:nvPr>
            <p:custDataLst>
              <p:tags r:id="rId21"/>
            </p:custDataLst>
          </p:nvPr>
        </p:nvSpPr>
        <p:spPr>
          <a:xfrm>
            <a:off x="630555" y="1666875"/>
            <a:ext cx="1030605" cy="288925"/>
          </a:xfrm>
          <a:prstGeom prst="rect">
            <a:avLst/>
          </a:prstGeom>
          <a:noFill/>
          <a:ln w="12700">
            <a:noFill/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报表分析</a:t>
            </a:r>
          </a:p>
        </p:txBody>
      </p:sp>
      <p:sp>
        <p:nvSpPr>
          <p:cNvPr id="340" name="流程图: 过程 339"/>
          <p:cNvSpPr/>
          <p:nvPr>
            <p:custDataLst>
              <p:tags r:id="rId22"/>
            </p:custDataLst>
          </p:nvPr>
        </p:nvSpPr>
        <p:spPr>
          <a:xfrm>
            <a:off x="905256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合同报表</a:t>
            </a:r>
          </a:p>
        </p:txBody>
      </p:sp>
      <p:sp>
        <p:nvSpPr>
          <p:cNvPr id="341" name="流程图: 过程 340"/>
          <p:cNvSpPr/>
          <p:nvPr>
            <p:custDataLst>
              <p:tags r:id="rId23"/>
            </p:custDataLst>
          </p:nvPr>
        </p:nvSpPr>
        <p:spPr>
          <a:xfrm>
            <a:off x="990219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项目看板</a:t>
            </a:r>
          </a:p>
        </p:txBody>
      </p:sp>
      <p:sp>
        <p:nvSpPr>
          <p:cNvPr id="342" name="流程图: 过程 341"/>
          <p:cNvSpPr/>
          <p:nvPr>
            <p:custDataLst>
              <p:tags r:id="rId24"/>
            </p:custDataLst>
          </p:nvPr>
        </p:nvSpPr>
        <p:spPr>
          <a:xfrm>
            <a:off x="10751820" y="1666875"/>
            <a:ext cx="791845" cy="28892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公司看板</a:t>
            </a:r>
          </a:p>
        </p:txBody>
      </p:sp>
      <p:sp>
        <p:nvSpPr>
          <p:cNvPr id="343" name="箭头: 下 116"/>
          <p:cNvSpPr/>
          <p:nvPr>
            <p:custDataLst>
              <p:tags r:id="rId25"/>
            </p:custDataLst>
          </p:nvPr>
        </p:nvSpPr>
        <p:spPr>
          <a:xfrm>
            <a:off x="2991485" y="5814695"/>
            <a:ext cx="294640" cy="189865"/>
          </a:xfrm>
          <a:prstGeom prst="downArrow">
            <a:avLst/>
          </a:prstGeom>
          <a:gradFill>
            <a:gsLst>
              <a:gs pos="0">
                <a:srgbClr val="E7F1FF"/>
              </a:gs>
              <a:gs pos="100000">
                <a:srgbClr val="22AAFE"/>
              </a:gs>
            </a:gsLst>
            <a:lin ang="4980000" scaled="0"/>
          </a:gra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9897110" y="2727960"/>
            <a:ext cx="1799590" cy="3086100"/>
            <a:chOff x="15508" y="4296"/>
            <a:chExt cx="2834" cy="4860"/>
          </a:xfrm>
        </p:grpSpPr>
        <p:sp>
          <p:nvSpPr>
            <p:cNvPr id="143" name="矩形 142"/>
            <p:cNvSpPr/>
            <p:nvPr>
              <p:custDataLst>
                <p:tags r:id="rId102"/>
              </p:custDataLst>
            </p:nvPr>
          </p:nvSpPr>
          <p:spPr>
            <a:xfrm>
              <a:off x="15508" y="4296"/>
              <a:ext cx="2835" cy="4861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144" name="文本框 143"/>
            <p:cNvSpPr txBox="1"/>
            <p:nvPr>
              <p:custDataLst>
                <p:tags r:id="rId103"/>
              </p:custDataLst>
            </p:nvPr>
          </p:nvSpPr>
          <p:spPr>
            <a:xfrm>
              <a:off x="16175" y="4408"/>
              <a:ext cx="150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费用管理</a:t>
              </a:r>
            </a:p>
          </p:txBody>
        </p:sp>
        <p:sp>
          <p:nvSpPr>
            <p:cNvPr id="146" name="流程图: 过程 145"/>
            <p:cNvSpPr/>
            <p:nvPr>
              <p:custDataLst>
                <p:tags r:id="rId104"/>
              </p:custDataLst>
            </p:nvPr>
          </p:nvSpPr>
          <p:spPr>
            <a:xfrm>
              <a:off x="16174" y="6051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借款单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8" name="流程图: 过程 147"/>
            <p:cNvSpPr/>
            <p:nvPr>
              <p:custDataLst>
                <p:tags r:id="rId105"/>
              </p:custDataLst>
            </p:nvPr>
          </p:nvSpPr>
          <p:spPr>
            <a:xfrm>
              <a:off x="16174" y="7283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还款单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4" name="流程图: 过程 183"/>
            <p:cNvSpPr/>
            <p:nvPr>
              <p:custDataLst>
                <p:tags r:id="rId106"/>
              </p:custDataLst>
            </p:nvPr>
          </p:nvSpPr>
          <p:spPr>
            <a:xfrm>
              <a:off x="16174" y="8524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费用分摊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5" name="流程图: 过程 184"/>
            <p:cNvSpPr/>
            <p:nvPr>
              <p:custDataLst>
                <p:tags r:id="rId107"/>
              </p:custDataLst>
            </p:nvPr>
          </p:nvSpPr>
          <p:spPr>
            <a:xfrm>
              <a:off x="16174" y="6667"/>
              <a:ext cx="1503" cy="426"/>
            </a:xfrm>
            <a:prstGeom prst="flowChartProcess">
              <a:avLst/>
            </a:prstGeom>
            <a:solidFill>
              <a:srgbClr val="D89E00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报销单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91" name="直接箭头连接符 190"/>
            <p:cNvCxnSpPr/>
            <p:nvPr>
              <p:custDataLst>
                <p:tags r:id="rId108"/>
              </p:custDataLst>
            </p:nvPr>
          </p:nvCxnSpPr>
          <p:spPr>
            <a:xfrm>
              <a:off x="16925" y="6505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箭头连接符 193"/>
            <p:cNvCxnSpPr/>
            <p:nvPr>
              <p:custDataLst>
                <p:tags r:id="rId109"/>
              </p:custDataLst>
            </p:nvPr>
          </p:nvCxnSpPr>
          <p:spPr>
            <a:xfrm>
              <a:off x="16925" y="7121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组合 241"/>
          <p:cNvGrpSpPr/>
          <p:nvPr/>
        </p:nvGrpSpPr>
        <p:grpSpPr>
          <a:xfrm>
            <a:off x="2360295" y="2160270"/>
            <a:ext cx="1800225" cy="3653790"/>
            <a:chOff x="3690" y="3474"/>
            <a:chExt cx="2835" cy="5754"/>
          </a:xfrm>
        </p:grpSpPr>
        <p:sp>
          <p:nvSpPr>
            <p:cNvPr id="68" name="矩形 67"/>
            <p:cNvSpPr/>
            <p:nvPr>
              <p:custDataLst>
                <p:tags r:id="rId82"/>
              </p:custDataLst>
            </p:nvPr>
          </p:nvSpPr>
          <p:spPr>
            <a:xfrm>
              <a:off x="3690" y="3474"/>
              <a:ext cx="2835" cy="57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69" name="流程图: 过程 68"/>
            <p:cNvSpPr/>
            <p:nvPr>
              <p:custDataLst>
                <p:tags r:id="rId83"/>
              </p:custDataLst>
            </p:nvPr>
          </p:nvSpPr>
          <p:spPr>
            <a:xfrm>
              <a:off x="4406" y="4103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销售报价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流程图: 过程 69"/>
            <p:cNvSpPr/>
            <p:nvPr>
              <p:custDataLst>
                <p:tags r:id="rId84"/>
              </p:custDataLst>
            </p:nvPr>
          </p:nvSpPr>
          <p:spPr>
            <a:xfrm>
              <a:off x="4406" y="4719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销售订单</a:t>
              </a:r>
              <a:endPara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85"/>
              </p:custDataLst>
            </p:nvPr>
          </p:nvSpPr>
          <p:spPr>
            <a:xfrm>
              <a:off x="4420" y="3537"/>
              <a:ext cx="1488" cy="48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项目物资</a:t>
              </a:r>
            </a:p>
          </p:txBody>
        </p:sp>
        <p:sp>
          <p:nvSpPr>
            <p:cNvPr id="72" name="流程图: 过程 71"/>
            <p:cNvSpPr/>
            <p:nvPr>
              <p:custDataLst>
                <p:tags r:id="rId86"/>
              </p:custDataLst>
            </p:nvPr>
          </p:nvSpPr>
          <p:spPr>
            <a:xfrm>
              <a:off x="4406" y="5609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销售出库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流程图: 过程 72"/>
            <p:cNvSpPr/>
            <p:nvPr>
              <p:custDataLst>
                <p:tags r:id="rId87"/>
              </p:custDataLst>
            </p:nvPr>
          </p:nvSpPr>
          <p:spPr>
            <a:xfrm>
              <a:off x="4406" y="6841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收入发票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流程图: 过程 73"/>
            <p:cNvSpPr/>
            <p:nvPr>
              <p:custDataLst>
                <p:tags r:id="rId88"/>
              </p:custDataLst>
            </p:nvPr>
          </p:nvSpPr>
          <p:spPr>
            <a:xfrm>
              <a:off x="4406" y="7458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预收</a:t>
              </a:r>
              <a:r>
                <a:rPr lang="en-US" altLang="zh-CN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收款单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流程图: 过程 74"/>
            <p:cNvSpPr/>
            <p:nvPr>
              <p:custDataLst>
                <p:tags r:id="rId89"/>
              </p:custDataLst>
            </p:nvPr>
          </p:nvSpPr>
          <p:spPr>
            <a:xfrm>
              <a:off x="4406" y="6225"/>
              <a:ext cx="1503" cy="426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销售退货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76" name="直接箭头连接符 75"/>
            <p:cNvCxnSpPr/>
            <p:nvPr>
              <p:custDataLst>
                <p:tags r:id="rId90"/>
              </p:custDataLst>
            </p:nvPr>
          </p:nvCxnSpPr>
          <p:spPr>
            <a:xfrm>
              <a:off x="5155" y="4579"/>
              <a:ext cx="6" cy="169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>
              <p:custDataLst>
                <p:tags r:id="rId91"/>
              </p:custDataLst>
            </p:nvPr>
          </p:nvCxnSpPr>
          <p:spPr>
            <a:xfrm>
              <a:off x="5155" y="6063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>
              <p:custDataLst>
                <p:tags r:id="rId92"/>
              </p:custDataLst>
            </p:nvPr>
          </p:nvCxnSpPr>
          <p:spPr>
            <a:xfrm>
              <a:off x="5155" y="6679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>
              <p:custDataLst>
                <p:tags r:id="rId93"/>
              </p:custDataLst>
            </p:nvPr>
          </p:nvCxnSpPr>
          <p:spPr>
            <a:xfrm>
              <a:off x="5161" y="7295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79"/>
            <p:cNvGrpSpPr/>
            <p:nvPr/>
          </p:nvGrpSpPr>
          <p:grpSpPr>
            <a:xfrm>
              <a:off x="4406" y="8074"/>
              <a:ext cx="1503" cy="1042"/>
              <a:chOff x="3263" y="5308"/>
              <a:chExt cx="1298" cy="900"/>
            </a:xfrm>
          </p:grpSpPr>
          <p:sp>
            <p:nvSpPr>
              <p:cNvPr id="101" name="流程图: 过程 100"/>
              <p:cNvSpPr/>
              <p:nvPr>
                <p:custDataLst>
                  <p:tags r:id="rId99"/>
                </p:custDataLst>
              </p:nvPr>
            </p:nvSpPr>
            <p:spPr>
              <a:xfrm>
                <a:off x="3263" y="5840"/>
                <a:ext cx="1298" cy="368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1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保证金退回</a:t>
                </a:r>
                <a:endPara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流程图: 过程 101"/>
              <p:cNvSpPr/>
              <p:nvPr>
                <p:custDataLst>
                  <p:tags r:id="rId100"/>
                </p:custDataLst>
              </p:nvPr>
            </p:nvSpPr>
            <p:spPr>
              <a:xfrm>
                <a:off x="3263" y="5308"/>
                <a:ext cx="1298" cy="368"/>
              </a:xfrm>
              <a:prstGeom prst="flowChartProcess">
                <a:avLst/>
              </a:prstGeom>
              <a:solidFill>
                <a:srgbClr val="05C8C8"/>
              </a:solidFill>
              <a:ln w="12700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保证金付款</a:t>
                </a:r>
              </a:p>
            </p:txBody>
          </p:sp>
          <p:cxnSp>
            <p:nvCxnSpPr>
              <p:cNvPr id="105" name="直接箭头连接符 104"/>
              <p:cNvCxnSpPr/>
              <p:nvPr>
                <p:custDataLst>
                  <p:tags r:id="rId101"/>
                </p:custDataLst>
              </p:nvPr>
            </p:nvCxnSpPr>
            <p:spPr>
              <a:xfrm>
                <a:off x="3915" y="5710"/>
                <a:ext cx="0" cy="164"/>
              </a:xfrm>
              <a:prstGeom prst="straightConnector1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  <a:tailEnd type="triangle" w="lg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6" name="直接箭头连接符 105"/>
            <p:cNvCxnSpPr>
              <a:stCxn id="70" idx="2"/>
              <a:endCxn id="72" idx="0"/>
            </p:cNvCxnSpPr>
            <p:nvPr>
              <p:custDataLst>
                <p:tags r:id="rId94"/>
              </p:custDataLst>
            </p:nvPr>
          </p:nvCxnSpPr>
          <p:spPr>
            <a:xfrm>
              <a:off x="5158" y="5145"/>
              <a:ext cx="0" cy="464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/>
            <p:cNvCxnSpPr/>
            <p:nvPr>
              <p:custDataLst>
                <p:tags r:id="rId95"/>
              </p:custDataLst>
            </p:nvPr>
          </p:nvCxnSpPr>
          <p:spPr>
            <a:xfrm flipH="1">
              <a:off x="4101" y="5334"/>
              <a:ext cx="1066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肘形连接符 203"/>
            <p:cNvCxnSpPr>
              <a:endCxn id="74" idx="1"/>
            </p:cNvCxnSpPr>
            <p:nvPr>
              <p:custDataLst>
                <p:tags r:id="rId96"/>
              </p:custDataLst>
            </p:nvPr>
          </p:nvCxnSpPr>
          <p:spPr>
            <a:xfrm rot="5400000" flipV="1">
              <a:off x="3084" y="6348"/>
              <a:ext cx="2361" cy="284"/>
            </a:xfrm>
            <a:prstGeom prst="bentConnector2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>
              <a:endCxn id="75" idx="1"/>
            </p:cNvCxnSpPr>
            <p:nvPr>
              <p:custDataLst>
                <p:tags r:id="rId97"/>
              </p:custDataLst>
            </p:nvPr>
          </p:nvCxnSpPr>
          <p:spPr>
            <a:xfrm flipV="1">
              <a:off x="4108" y="6438"/>
              <a:ext cx="298" cy="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/>
            <p:nvPr>
              <p:custDataLst>
                <p:tags r:id="rId98"/>
              </p:custDataLst>
            </p:nvPr>
          </p:nvCxnSpPr>
          <p:spPr>
            <a:xfrm flipV="1">
              <a:off x="4122" y="7055"/>
              <a:ext cx="298" cy="6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476250" y="2160270"/>
            <a:ext cx="1799590" cy="3653790"/>
            <a:chOff x="610" y="3402"/>
            <a:chExt cx="2834" cy="5754"/>
          </a:xfrm>
        </p:grpSpPr>
        <p:sp>
          <p:nvSpPr>
            <p:cNvPr id="58" name="矩形 57"/>
            <p:cNvSpPr/>
            <p:nvPr>
              <p:custDataLst>
                <p:tags r:id="rId73"/>
              </p:custDataLst>
            </p:nvPr>
          </p:nvSpPr>
          <p:spPr>
            <a:xfrm>
              <a:off x="610" y="3402"/>
              <a:ext cx="2834" cy="5754"/>
            </a:xfrm>
            <a:prstGeom prst="rect">
              <a:avLst/>
            </a:prstGeom>
            <a:solidFill>
              <a:srgbClr val="E7F1FF"/>
            </a:solidFill>
            <a:ln w="19050">
              <a:noFill/>
              <a:prstDash val="solid"/>
              <a:headEnd type="stealth"/>
              <a:tailEnd type="triangle" w="lg" len="lg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91436" tIns="45718" rIns="91436" bIns="45718" rtlCol="0" anchor="ctr"/>
            <a:lstStyle/>
            <a:p>
              <a:pPr algn="ctr" defTabSz="685800"/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lt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74"/>
              </p:custDataLst>
            </p:nvPr>
          </p:nvSpPr>
          <p:spPr>
            <a:xfrm>
              <a:off x="1275" y="3465"/>
              <a:ext cx="150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971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进度管理</a:t>
              </a:r>
            </a:p>
          </p:txBody>
        </p:sp>
        <p:sp>
          <p:nvSpPr>
            <p:cNvPr id="60" name="流程图: 过程 59"/>
            <p:cNvSpPr/>
            <p:nvPr>
              <p:custDataLst>
                <p:tags r:id="rId75"/>
              </p:custDataLst>
            </p:nvPr>
          </p:nvSpPr>
          <p:spPr>
            <a:xfrm>
              <a:off x="1276" y="4031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项目档案</a:t>
              </a:r>
            </a:p>
          </p:txBody>
        </p:sp>
        <p:sp>
          <p:nvSpPr>
            <p:cNvPr id="61" name="流程图: 过程 60"/>
            <p:cNvSpPr/>
            <p:nvPr>
              <p:custDataLst>
                <p:tags r:id="rId76"/>
              </p:custDataLst>
            </p:nvPr>
          </p:nvSpPr>
          <p:spPr>
            <a:xfrm>
              <a:off x="1276" y="4647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进度填报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流程图: 过程 61"/>
            <p:cNvSpPr/>
            <p:nvPr>
              <p:custDataLst>
                <p:tags r:id="rId77"/>
              </p:custDataLst>
            </p:nvPr>
          </p:nvSpPr>
          <p:spPr>
            <a:xfrm>
              <a:off x="1276" y="5263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工时</a:t>
              </a: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填报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流程图: 过程 62"/>
            <p:cNvSpPr/>
            <p:nvPr>
              <p:custDataLst>
                <p:tags r:id="rId78"/>
              </p:custDataLst>
            </p:nvPr>
          </p:nvSpPr>
          <p:spPr>
            <a:xfrm>
              <a:off x="1276" y="5879"/>
              <a:ext cx="1503" cy="426"/>
            </a:xfrm>
            <a:prstGeom prst="flowChartProcess">
              <a:avLst/>
            </a:prstGeom>
            <a:solidFill>
              <a:srgbClr val="A06EFF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状态变更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64" name="直接箭头连接符 63"/>
            <p:cNvCxnSpPr>
              <a:stCxn id="60" idx="2"/>
              <a:endCxn id="61" idx="0"/>
            </p:cNvCxnSpPr>
            <p:nvPr>
              <p:custDataLst>
                <p:tags r:id="rId79"/>
              </p:custDataLst>
            </p:nvPr>
          </p:nvCxnSpPr>
          <p:spPr>
            <a:xfrm>
              <a:off x="2027" y="4457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61" idx="2"/>
              <a:endCxn id="62" idx="0"/>
            </p:cNvCxnSpPr>
            <p:nvPr>
              <p:custDataLst>
                <p:tags r:id="rId80"/>
              </p:custDataLst>
            </p:nvPr>
          </p:nvCxnSpPr>
          <p:spPr>
            <a:xfrm>
              <a:off x="2027" y="5073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>
              <a:stCxn id="62" idx="2"/>
              <a:endCxn id="63" idx="0"/>
            </p:cNvCxnSpPr>
            <p:nvPr>
              <p:custDataLst>
                <p:tags r:id="rId81"/>
              </p:custDataLst>
            </p:nvPr>
          </p:nvCxnSpPr>
          <p:spPr>
            <a:xfrm>
              <a:off x="2027" y="5689"/>
              <a:ext cx="0" cy="19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0" name="矩形 229"/>
          <p:cNvSpPr/>
          <p:nvPr>
            <p:custDataLst>
              <p:tags r:id="rId26"/>
            </p:custDataLst>
          </p:nvPr>
        </p:nvSpPr>
        <p:spPr>
          <a:xfrm flipV="1">
            <a:off x="8013065" y="2160270"/>
            <a:ext cx="3682365" cy="460375"/>
          </a:xfrm>
          <a:prstGeom prst="rect">
            <a:avLst/>
          </a:prstGeom>
          <a:solidFill>
            <a:srgbClr val="E7F1FF"/>
          </a:solidFill>
          <a:ln w="1270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8577" tIns="34289" rIns="68577" bIns="34289" rtlCol="0" anchor="ctr"/>
          <a:lstStyle/>
          <a:p>
            <a:pPr algn="ctr" defTabSz="51435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31" name="流程图: 过程 230"/>
          <p:cNvSpPr/>
          <p:nvPr>
            <p:custDataLst>
              <p:tags r:id="rId27"/>
            </p:custDataLst>
          </p:nvPr>
        </p:nvSpPr>
        <p:spPr>
          <a:xfrm>
            <a:off x="9278620" y="22536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</a:p>
        </p:txBody>
      </p:sp>
      <p:sp>
        <p:nvSpPr>
          <p:cNvPr id="232" name="文本框 231"/>
          <p:cNvSpPr txBox="1"/>
          <p:nvPr>
            <p:custDataLst>
              <p:tags r:id="rId28"/>
            </p:custDataLst>
          </p:nvPr>
        </p:nvSpPr>
        <p:spPr>
          <a:xfrm>
            <a:off x="8042275" y="2253615"/>
            <a:ext cx="1009015" cy="2882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2971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预算管理</a:t>
            </a:r>
          </a:p>
        </p:txBody>
      </p:sp>
      <p:sp>
        <p:nvSpPr>
          <p:cNvPr id="233" name="流程图: 过程 232"/>
          <p:cNvSpPr/>
          <p:nvPr>
            <p:custDataLst>
              <p:tags r:id="rId29"/>
            </p:custDataLst>
          </p:nvPr>
        </p:nvSpPr>
        <p:spPr>
          <a:xfrm>
            <a:off x="10462895" y="2253615"/>
            <a:ext cx="1031240" cy="288925"/>
          </a:xfrm>
          <a:prstGeom prst="flowChartProcess">
            <a:avLst/>
          </a:prstGeom>
          <a:solidFill>
            <a:srgbClr val="F76D07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 defTabSz="342900">
              <a:defRPr/>
            </a:pPr>
            <a:r>
              <a:rPr lang="zh-CN" altLang="en-US" sz="1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预算调整</a:t>
            </a:r>
          </a:p>
        </p:txBody>
      </p:sp>
      <p:cxnSp>
        <p:nvCxnSpPr>
          <p:cNvPr id="234" name="直接箭头连接符 35"/>
          <p:cNvCxnSpPr>
            <a:endCxn id="233" idx="1"/>
          </p:cNvCxnSpPr>
          <p:nvPr>
            <p:custDataLst>
              <p:tags r:id="rId30"/>
            </p:custDataLst>
          </p:nvPr>
        </p:nvCxnSpPr>
        <p:spPr>
          <a:xfrm>
            <a:off x="10309860" y="2398395"/>
            <a:ext cx="153035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>
            <p:custDataLst>
              <p:tags r:id="rId31"/>
            </p:custDataLst>
          </p:nvPr>
        </p:nvSpPr>
        <p:spPr>
          <a:xfrm>
            <a:off x="6129020" y="2160270"/>
            <a:ext cx="1800225" cy="36537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52" name="流程图: 过程 51"/>
          <p:cNvSpPr/>
          <p:nvPr>
            <p:custDataLst>
              <p:tags r:id="rId32"/>
            </p:custDataLst>
          </p:nvPr>
        </p:nvSpPr>
        <p:spPr>
          <a:xfrm>
            <a:off x="6544310" y="2557780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33"/>
            </p:custDataLst>
          </p:nvPr>
        </p:nvSpPr>
        <p:spPr>
          <a:xfrm>
            <a:off x="6538595" y="2192020"/>
            <a:ext cx="98171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委外管理</a:t>
            </a:r>
          </a:p>
        </p:txBody>
      </p:sp>
      <p:sp>
        <p:nvSpPr>
          <p:cNvPr id="54" name="流程图: 过程 53"/>
          <p:cNvSpPr/>
          <p:nvPr>
            <p:custDataLst>
              <p:tags r:id="rId34"/>
            </p:custDataLst>
          </p:nvPr>
        </p:nvSpPr>
        <p:spPr>
          <a:xfrm>
            <a:off x="6544310" y="4644390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委外发料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流程图: 过程 54"/>
          <p:cNvSpPr/>
          <p:nvPr>
            <p:custDataLst>
              <p:tags r:id="rId35"/>
            </p:custDataLst>
          </p:nvPr>
        </p:nvSpPr>
        <p:spPr>
          <a:xfrm>
            <a:off x="6544310" y="5438775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委外成本核算</a:t>
            </a:r>
            <a:endParaRPr kumimoji="0" lang="zh-CN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流程图: 过程 55"/>
          <p:cNvSpPr/>
          <p:nvPr>
            <p:custDataLst>
              <p:tags r:id="rId36"/>
            </p:custDataLst>
          </p:nvPr>
        </p:nvSpPr>
        <p:spPr>
          <a:xfrm>
            <a:off x="6544310" y="5041265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委外产品入库</a:t>
            </a:r>
            <a:endParaRPr kumimoji="0" lang="zh-CN" altLang="en-US" sz="8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流程图: 过程 56"/>
          <p:cNvSpPr/>
          <p:nvPr>
            <p:custDataLst>
              <p:tags r:id="rId37"/>
            </p:custDataLst>
          </p:nvPr>
        </p:nvSpPr>
        <p:spPr>
          <a:xfrm>
            <a:off x="6544310" y="4246880"/>
            <a:ext cx="969645" cy="274955"/>
          </a:xfrm>
          <a:prstGeom prst="flowChartProcess">
            <a:avLst/>
          </a:prstGeom>
          <a:solidFill>
            <a:srgbClr val="2971EB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委外加工单</a:t>
            </a:r>
          </a:p>
        </p:txBody>
      </p:sp>
      <p:cxnSp>
        <p:nvCxnSpPr>
          <p:cNvPr id="5" name="直接箭头连接符 4"/>
          <p:cNvCxnSpPr/>
          <p:nvPr>
            <p:custDataLst>
              <p:tags r:id="rId38"/>
            </p:custDataLst>
          </p:nvPr>
        </p:nvCxnSpPr>
        <p:spPr>
          <a:xfrm>
            <a:off x="7029450" y="4533900"/>
            <a:ext cx="0" cy="12255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/>
          <p:nvPr>
            <p:custDataLst>
              <p:tags r:id="rId39"/>
            </p:custDataLst>
          </p:nvPr>
        </p:nvCxnSpPr>
        <p:spPr>
          <a:xfrm>
            <a:off x="7029450" y="4936490"/>
            <a:ext cx="0" cy="12255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>
            <p:custDataLst>
              <p:tags r:id="rId40"/>
            </p:custDataLst>
          </p:nvPr>
        </p:nvCxnSpPr>
        <p:spPr>
          <a:xfrm>
            <a:off x="7029450" y="5335905"/>
            <a:ext cx="0" cy="12255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矩形 140"/>
          <p:cNvSpPr/>
          <p:nvPr>
            <p:custDataLst>
              <p:tags r:id="rId41"/>
            </p:custDataLst>
          </p:nvPr>
        </p:nvSpPr>
        <p:spPr>
          <a:xfrm>
            <a:off x="8013065" y="2727960"/>
            <a:ext cx="1800225" cy="30867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228" name="文本框 227"/>
          <p:cNvSpPr txBox="1"/>
          <p:nvPr>
            <p:custDataLst>
              <p:tags r:id="rId42"/>
            </p:custDataLst>
          </p:nvPr>
        </p:nvSpPr>
        <p:spPr>
          <a:xfrm>
            <a:off x="8404225" y="2799080"/>
            <a:ext cx="1017905" cy="28829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项目物资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8428355" y="3451860"/>
            <a:ext cx="969010" cy="2261235"/>
            <a:chOff x="19784" y="5436"/>
            <a:chExt cx="1526" cy="3561"/>
          </a:xfrm>
        </p:grpSpPr>
        <p:sp>
          <p:nvSpPr>
            <p:cNvPr id="11" name="流程图: 过程 10"/>
            <p:cNvSpPr/>
            <p:nvPr>
              <p:custDataLst>
                <p:tags r:id="rId62"/>
              </p:custDataLst>
            </p:nvPr>
          </p:nvSpPr>
          <p:spPr>
            <a:xfrm>
              <a:off x="19784" y="6688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采购入库</a:t>
              </a:r>
              <a:endPara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2" name="流程图: 过程 11"/>
            <p:cNvSpPr/>
            <p:nvPr>
              <p:custDataLst>
                <p:tags r:id="rId63"/>
              </p:custDataLst>
            </p:nvPr>
          </p:nvSpPr>
          <p:spPr>
            <a:xfrm>
              <a:off x="19784" y="7314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材料领用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流程图: 过程 12"/>
            <p:cNvSpPr/>
            <p:nvPr>
              <p:custDataLst>
                <p:tags r:id="rId64"/>
              </p:custDataLst>
            </p:nvPr>
          </p:nvSpPr>
          <p:spPr>
            <a:xfrm>
              <a:off x="19784" y="6062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采购订单</a:t>
              </a:r>
              <a:endPara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4" name="流程图: 过程 13"/>
            <p:cNvSpPr/>
            <p:nvPr>
              <p:custDataLst>
                <p:tags r:id="rId65"/>
              </p:custDataLst>
            </p:nvPr>
          </p:nvSpPr>
          <p:spPr>
            <a:xfrm>
              <a:off x="19784" y="7939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领用退库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9" name="流程图: 过程 98"/>
            <p:cNvSpPr/>
            <p:nvPr>
              <p:custDataLst>
                <p:tags r:id="rId66"/>
              </p:custDataLst>
            </p:nvPr>
          </p:nvSpPr>
          <p:spPr>
            <a:xfrm>
              <a:off x="19784" y="5436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采购申请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流程图: 过程 14"/>
            <p:cNvSpPr/>
            <p:nvPr>
              <p:custDataLst>
                <p:tags r:id="rId67"/>
              </p:custDataLst>
            </p:nvPr>
          </p:nvSpPr>
          <p:spPr>
            <a:xfrm>
              <a:off x="19784" y="8565"/>
              <a:ext cx="1527" cy="433"/>
            </a:xfrm>
            <a:prstGeom prst="flowChartProcess">
              <a:avLst/>
            </a:prstGeom>
            <a:solidFill>
              <a:srgbClr val="05C8C8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存货核算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6" name="直接箭头连接符 15"/>
            <p:cNvCxnSpPr/>
            <p:nvPr>
              <p:custDataLst>
                <p:tags r:id="rId68"/>
              </p:custDataLst>
            </p:nvPr>
          </p:nvCxnSpPr>
          <p:spPr>
            <a:xfrm>
              <a:off x="20547" y="588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>
              <p:custDataLst>
                <p:tags r:id="rId69"/>
              </p:custDataLst>
            </p:nvPr>
          </p:nvCxnSpPr>
          <p:spPr>
            <a:xfrm>
              <a:off x="20547" y="6514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>
              <p:custDataLst>
                <p:tags r:id="rId70"/>
              </p:custDataLst>
            </p:nvPr>
          </p:nvCxnSpPr>
          <p:spPr>
            <a:xfrm>
              <a:off x="20547" y="7140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>
              <p:custDataLst>
                <p:tags r:id="rId71"/>
              </p:custDataLst>
            </p:nvPr>
          </p:nvCxnSpPr>
          <p:spPr>
            <a:xfrm>
              <a:off x="20547" y="7774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/>
            <p:nvPr>
              <p:custDataLst>
                <p:tags r:id="rId72"/>
              </p:custDataLst>
            </p:nvPr>
          </p:nvCxnSpPr>
          <p:spPr>
            <a:xfrm>
              <a:off x="20547" y="8403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>
            <p:custDataLst>
              <p:tags r:id="rId43"/>
            </p:custDataLst>
          </p:nvPr>
        </p:nvSpPr>
        <p:spPr>
          <a:xfrm>
            <a:off x="4244975" y="2159635"/>
            <a:ext cx="1800225" cy="36544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noFill/>
            <a:prstDash val="solid"/>
            <a:headEnd type="stealth"/>
            <a:tailEnd type="triangle" w="lg" len="lg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6" tIns="45718" rIns="91436" bIns="45718" rtlCol="0" anchor="ctr"/>
          <a:lstStyle/>
          <a:p>
            <a:pPr algn="ctr" defTabSz="685800"/>
            <a:endParaRPr lang="zh-CN" altLang="en-US" sz="1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</a:endParaRPr>
          </a:p>
        </p:txBody>
      </p:sp>
      <p:sp>
        <p:nvSpPr>
          <p:cNvPr id="42" name="流程图: 过程 41"/>
          <p:cNvSpPr/>
          <p:nvPr>
            <p:custDataLst>
              <p:tags r:id="rId44"/>
            </p:custDataLst>
          </p:nvPr>
        </p:nvSpPr>
        <p:spPr>
          <a:xfrm>
            <a:off x="4660265" y="2557780"/>
            <a:ext cx="969645" cy="27495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</a:t>
            </a: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流程图: 过程 42"/>
          <p:cNvSpPr/>
          <p:nvPr>
            <p:custDataLst>
              <p:tags r:id="rId45"/>
            </p:custDataLst>
          </p:nvPr>
        </p:nvSpPr>
        <p:spPr>
          <a:xfrm>
            <a:off x="4660265" y="2941320"/>
            <a:ext cx="969645" cy="274955"/>
          </a:xfrm>
          <a:prstGeom prst="flowChartProcess">
            <a:avLst/>
          </a:prstGeom>
          <a:solidFill>
            <a:srgbClr val="22AAFE"/>
          </a:solidFill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物料需求建议</a:t>
            </a:r>
            <a:endParaRPr lang="zh-CN" altLang="en-US" sz="10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6"/>
            </p:custDataLst>
          </p:nvPr>
        </p:nvSpPr>
        <p:spPr>
          <a:xfrm>
            <a:off x="4662805" y="2192020"/>
            <a:ext cx="964565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生产管理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4660265" y="3872230"/>
            <a:ext cx="969645" cy="1864360"/>
            <a:chOff x="7311" y="6062"/>
            <a:chExt cx="1527" cy="2936"/>
          </a:xfrm>
        </p:grpSpPr>
        <p:sp>
          <p:nvSpPr>
            <p:cNvPr id="44" name="流程图: 过程 43"/>
            <p:cNvSpPr/>
            <p:nvPr>
              <p:custDataLst>
                <p:tags r:id="rId53"/>
              </p:custDataLst>
            </p:nvPr>
          </p:nvSpPr>
          <p:spPr>
            <a:xfrm>
              <a:off x="7311" y="8565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8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生产成本核算</a:t>
              </a:r>
              <a:endParaRPr kumimoji="0" lang="zh-CN" altLang="en-US" sz="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流程图: 过程 45"/>
            <p:cNvSpPr/>
            <p:nvPr>
              <p:custDataLst>
                <p:tags r:id="rId54"/>
              </p:custDataLst>
            </p:nvPr>
          </p:nvSpPr>
          <p:spPr>
            <a:xfrm>
              <a:off x="7311" y="6062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计划订单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流程图: 过程 46"/>
            <p:cNvSpPr/>
            <p:nvPr>
              <p:custDataLst>
                <p:tags r:id="rId55"/>
              </p:custDataLst>
            </p:nvPr>
          </p:nvSpPr>
          <p:spPr>
            <a:xfrm>
              <a:off x="7311" y="6688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生产任务单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流程图: 过程 47"/>
            <p:cNvSpPr/>
            <p:nvPr>
              <p:custDataLst>
                <p:tags r:id="rId56"/>
              </p:custDataLst>
            </p:nvPr>
          </p:nvSpPr>
          <p:spPr>
            <a:xfrm>
              <a:off x="7311" y="7939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生产入库</a:t>
              </a:r>
            </a:p>
          </p:txBody>
        </p:sp>
        <p:sp>
          <p:nvSpPr>
            <p:cNvPr id="50" name="流程图: 过程 49"/>
            <p:cNvSpPr/>
            <p:nvPr>
              <p:custDataLst>
                <p:tags r:id="rId57"/>
              </p:custDataLst>
            </p:nvPr>
          </p:nvSpPr>
          <p:spPr>
            <a:xfrm>
              <a:off x="7311" y="7314"/>
              <a:ext cx="1527" cy="433"/>
            </a:xfrm>
            <a:prstGeom prst="flowChartProcess">
              <a:avLst/>
            </a:prstGeom>
            <a:solidFill>
              <a:srgbClr val="22AAFE"/>
            </a:solidFill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生产领料</a:t>
              </a:r>
              <a:endPara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122" name="直接箭头连接符 121"/>
            <p:cNvCxnSpPr/>
            <p:nvPr>
              <p:custDataLst>
                <p:tags r:id="rId58"/>
              </p:custDataLst>
            </p:nvPr>
          </p:nvCxnSpPr>
          <p:spPr>
            <a:xfrm>
              <a:off x="8074" y="651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>
              <p:custDataLst>
                <p:tags r:id="rId59"/>
              </p:custDataLst>
            </p:nvPr>
          </p:nvCxnSpPr>
          <p:spPr>
            <a:xfrm>
              <a:off x="8074" y="7144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>
              <p:custDataLst>
                <p:tags r:id="rId60"/>
              </p:custDataLst>
            </p:nvPr>
          </p:nvCxnSpPr>
          <p:spPr>
            <a:xfrm>
              <a:off x="8074" y="777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>
              <p:custDataLst>
                <p:tags r:id="rId61"/>
              </p:custDataLst>
            </p:nvPr>
          </p:nvCxnSpPr>
          <p:spPr>
            <a:xfrm>
              <a:off x="8074" y="8408"/>
              <a:ext cx="0" cy="193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triangle" w="lg" len="lg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箭头连接符 23"/>
          <p:cNvCxnSpPr/>
          <p:nvPr>
            <p:custDataLst>
              <p:tags r:id="rId47"/>
            </p:custDataLst>
          </p:nvPr>
        </p:nvCxnSpPr>
        <p:spPr>
          <a:xfrm>
            <a:off x="5142865" y="2865755"/>
            <a:ext cx="3810" cy="10922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43" idx="2"/>
            <a:endCxn id="46" idx="0"/>
          </p:cNvCxnSpPr>
          <p:nvPr>
            <p:custDataLst>
              <p:tags r:id="rId48"/>
            </p:custDataLst>
          </p:nvPr>
        </p:nvCxnSpPr>
        <p:spPr>
          <a:xfrm>
            <a:off x="5145405" y="3216275"/>
            <a:ext cx="0" cy="65595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endCxn id="185" idx="1"/>
          </p:cNvCxnSpPr>
          <p:nvPr/>
        </p:nvCxnSpPr>
        <p:spPr>
          <a:xfrm rot="5400000" flipV="1">
            <a:off x="9229090" y="3277235"/>
            <a:ext cx="1842135" cy="33972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231" idx="2"/>
            <a:endCxn id="99" idx="3"/>
          </p:cNvCxnSpPr>
          <p:nvPr/>
        </p:nvCxnSpPr>
        <p:spPr>
          <a:xfrm rot="5400000">
            <a:off x="9072880" y="2867660"/>
            <a:ext cx="1047115" cy="396240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42" idx="3"/>
          </p:cNvCxnSpPr>
          <p:nvPr/>
        </p:nvCxnSpPr>
        <p:spPr>
          <a:xfrm>
            <a:off x="5629910" y="2695575"/>
            <a:ext cx="90868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70" idx="3"/>
          </p:cNvCxnSpPr>
          <p:nvPr/>
        </p:nvCxnSpPr>
        <p:spPr>
          <a:xfrm>
            <a:off x="3769360" y="3086100"/>
            <a:ext cx="88646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肘形连接符 83"/>
          <p:cNvCxnSpPr>
            <a:endCxn id="57" idx="0"/>
          </p:cNvCxnSpPr>
          <p:nvPr/>
        </p:nvCxnSpPr>
        <p:spPr>
          <a:xfrm>
            <a:off x="3298190" y="3338195"/>
            <a:ext cx="3731260" cy="90868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>
            <p:custDataLst>
              <p:tags r:id="rId49"/>
            </p:custDataLst>
          </p:nvPr>
        </p:nvCxnSpPr>
        <p:spPr>
          <a:xfrm>
            <a:off x="5629483" y="3992521"/>
            <a:ext cx="2825115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曲线连接符 113"/>
          <p:cNvCxnSpPr>
            <a:endCxn id="99" idx="1"/>
          </p:cNvCxnSpPr>
          <p:nvPr>
            <p:custDataLst>
              <p:tags r:id="rId50"/>
            </p:custDataLst>
          </p:nvPr>
        </p:nvCxnSpPr>
        <p:spPr>
          <a:xfrm flipV="1">
            <a:off x="5629275" y="3589655"/>
            <a:ext cx="2799080" cy="402590"/>
          </a:xfrm>
          <a:prstGeom prst="curvedConnector3">
            <a:avLst>
              <a:gd name="adj1" fmla="val 50023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曲线连接符 114"/>
          <p:cNvCxnSpPr/>
          <p:nvPr>
            <p:custDataLst>
              <p:tags r:id="rId51"/>
            </p:custDataLst>
          </p:nvPr>
        </p:nvCxnSpPr>
        <p:spPr>
          <a:xfrm>
            <a:off x="5629275" y="3992245"/>
            <a:ext cx="843915" cy="364490"/>
          </a:xfrm>
          <a:prstGeom prst="curvedConnector3">
            <a:avLst>
              <a:gd name="adj1" fmla="val 50038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曲线连接符 222"/>
          <p:cNvCxnSpPr>
            <a:endCxn id="47" idx="1"/>
          </p:cNvCxnSpPr>
          <p:nvPr>
            <p:custDataLst>
              <p:tags r:id="rId52"/>
            </p:custDataLst>
          </p:nvPr>
        </p:nvCxnSpPr>
        <p:spPr>
          <a:xfrm rot="5400000" flipV="1">
            <a:off x="3557905" y="3305175"/>
            <a:ext cx="1313815" cy="890905"/>
          </a:xfrm>
          <a:prstGeom prst="curved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产品优势</a:t>
            </a:r>
          </a:p>
        </p:txBody>
      </p:sp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-635" y="824865"/>
            <a:ext cx="12192000" cy="590867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2"/>
            </p:custDataLst>
          </p:nvPr>
        </p:nvSpPr>
        <p:spPr>
          <a:xfrm>
            <a:off x="358775" y="1259205"/>
            <a:ext cx="11499215" cy="513397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3"/>
            </p:custDataLst>
          </p:nvPr>
        </p:nvSpPr>
        <p:spPr>
          <a:xfrm>
            <a:off x="4778375" y="2627630"/>
            <a:ext cx="2287905" cy="2287905"/>
          </a:xfrm>
          <a:prstGeom prst="ellipse">
            <a:avLst/>
          </a:prstGeom>
          <a:solidFill>
            <a:srgbClr val="C3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4"/>
            </p:custDataLst>
          </p:nvPr>
        </p:nvSpPr>
        <p:spPr>
          <a:xfrm>
            <a:off x="4987608" y="2836863"/>
            <a:ext cx="1869440" cy="1869440"/>
          </a:xfrm>
          <a:prstGeom prst="ellipse">
            <a:avLst/>
          </a:prstGeom>
          <a:solidFill>
            <a:srgbClr val="3F8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70" tIns="46990" rIns="90170" bIns="46990" anchor="ctr"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000" b="1">
                <a:latin typeface="微软雅黑" panose="020B0503020204020204" pitchFamily="34" charset="-122"/>
                <a:ea typeface="微软雅黑" panose="020B0503020204020204" pitchFamily="34" charset="-122"/>
              </a:rPr>
              <a:t>优势</a:t>
            </a:r>
          </a:p>
        </p:txBody>
      </p:sp>
      <p:sp>
        <p:nvSpPr>
          <p:cNvPr id="34" name="椭圆 33"/>
          <p:cNvSpPr/>
          <p:nvPr>
            <p:custDataLst>
              <p:tags r:id="rId5"/>
            </p:custDataLst>
          </p:nvPr>
        </p:nvSpPr>
        <p:spPr>
          <a:xfrm>
            <a:off x="4271645" y="2120900"/>
            <a:ext cx="3301365" cy="3301365"/>
          </a:xfrm>
          <a:prstGeom prst="ellipse">
            <a:avLst/>
          </a:prstGeom>
          <a:noFill/>
          <a:ln>
            <a:solidFill>
              <a:srgbClr val="C3DEF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>
          <a:xfrm>
            <a:off x="7308215" y="3515995"/>
            <a:ext cx="539750" cy="539750"/>
            <a:chOff x="12205" y="5642"/>
            <a:chExt cx="850" cy="850"/>
          </a:xfrm>
        </p:grpSpPr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12205" y="5642"/>
              <a:ext cx="850" cy="850"/>
            </a:xfrm>
            <a:prstGeom prst="ellipse">
              <a:avLst/>
            </a:prstGeom>
            <a:solidFill>
              <a:srgbClr val="9F55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pic>
          <p:nvPicPr>
            <p:cNvPr id="39" name="图片 38" descr="外贸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1"/>
            <a:stretch>
              <a:fillRect/>
            </a:stretch>
          </p:blipFill>
          <p:spPr>
            <a:xfrm>
              <a:off x="12318" y="5755"/>
              <a:ext cx="624" cy="624"/>
            </a:xfrm>
            <a:prstGeom prst="rect">
              <a:avLst/>
            </a:prstGeom>
          </p:spPr>
        </p:pic>
      </p:grpSp>
      <p:grpSp>
        <p:nvGrpSpPr>
          <p:cNvPr id="35" name="组合 34"/>
          <p:cNvGrpSpPr/>
          <p:nvPr/>
        </p:nvGrpSpPr>
        <p:grpSpPr>
          <a:xfrm>
            <a:off x="6713855" y="4717665"/>
            <a:ext cx="540000" cy="539750"/>
            <a:chOff x="15904" y="2910"/>
            <a:chExt cx="2142" cy="2142"/>
          </a:xfrm>
        </p:grpSpPr>
        <p:sp>
          <p:nvSpPr>
            <p:cNvPr id="44" name="椭圆 43"/>
            <p:cNvSpPr/>
            <p:nvPr>
              <p:custDataLst>
                <p:tags r:id="rId36"/>
              </p:custDataLst>
            </p:nvPr>
          </p:nvSpPr>
          <p:spPr>
            <a:xfrm>
              <a:off x="15904" y="2910"/>
              <a:ext cx="2142" cy="2142"/>
            </a:xfrm>
            <a:prstGeom prst="ellipse">
              <a:avLst/>
            </a:prstGeom>
            <a:solidFill>
              <a:srgbClr val="24BE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pic>
          <p:nvPicPr>
            <p:cNvPr id="50" name="图片 49" descr="采购单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42"/>
            <a:stretch>
              <a:fillRect/>
            </a:stretch>
          </p:blipFill>
          <p:spPr>
            <a:xfrm>
              <a:off x="16258" y="3264"/>
              <a:ext cx="1434" cy="1434"/>
            </a:xfrm>
            <a:prstGeom prst="rect">
              <a:avLst/>
            </a:prstGeom>
          </p:spPr>
        </p:pic>
      </p:grpSp>
      <p:grpSp>
        <p:nvGrpSpPr>
          <p:cNvPr id="36" name="组合 35"/>
          <p:cNvGrpSpPr/>
          <p:nvPr/>
        </p:nvGrpSpPr>
        <p:grpSpPr>
          <a:xfrm>
            <a:off x="4604385" y="2263775"/>
            <a:ext cx="539750" cy="539750"/>
            <a:chOff x="14545" y="4756"/>
            <a:chExt cx="2136" cy="2136"/>
          </a:xfrm>
        </p:grpSpPr>
        <p:sp>
          <p:nvSpPr>
            <p:cNvPr id="37" name="椭圆 36"/>
            <p:cNvSpPr/>
            <p:nvPr>
              <p:custDataLst>
                <p:tags r:id="rId34"/>
              </p:custDataLst>
            </p:nvPr>
          </p:nvSpPr>
          <p:spPr>
            <a:xfrm>
              <a:off x="14545" y="4756"/>
              <a:ext cx="2137" cy="2137"/>
            </a:xfrm>
            <a:prstGeom prst="ellipse">
              <a:avLst/>
            </a:prstGeom>
            <a:solidFill>
              <a:srgbClr val="25C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pic>
          <p:nvPicPr>
            <p:cNvPr id="38" name="图形 29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4812" y="5023"/>
              <a:ext cx="1604" cy="1604"/>
            </a:xfrm>
            <a:prstGeom prst="rect">
              <a:avLst/>
            </a:prstGeom>
          </p:spPr>
        </p:pic>
      </p:grpSp>
      <p:grpSp>
        <p:nvGrpSpPr>
          <p:cNvPr id="48" name="组合 47"/>
          <p:cNvGrpSpPr/>
          <p:nvPr/>
        </p:nvGrpSpPr>
        <p:grpSpPr>
          <a:xfrm>
            <a:off x="4604385" y="4768215"/>
            <a:ext cx="539750" cy="539750"/>
            <a:chOff x="12991" y="1299"/>
            <a:chExt cx="2142" cy="2142"/>
          </a:xfrm>
        </p:grpSpPr>
        <p:sp>
          <p:nvSpPr>
            <p:cNvPr id="40" name="椭圆 39"/>
            <p:cNvSpPr/>
            <p:nvPr>
              <p:custDataLst>
                <p:tags r:id="rId32"/>
              </p:custDataLst>
            </p:nvPr>
          </p:nvSpPr>
          <p:spPr>
            <a:xfrm>
              <a:off x="12991" y="1299"/>
              <a:ext cx="2142" cy="2142"/>
            </a:xfrm>
            <a:prstGeom prst="ellipse">
              <a:avLst/>
            </a:prstGeom>
            <a:solidFill>
              <a:srgbClr val="24BE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pic>
          <p:nvPicPr>
            <p:cNvPr id="51" name="图片 50" descr="工单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45"/>
            <a:stretch>
              <a:fillRect/>
            </a:stretch>
          </p:blipFill>
          <p:spPr>
            <a:xfrm>
              <a:off x="13345" y="1653"/>
              <a:ext cx="1434" cy="1434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/>
        </p:nvGrpSpPr>
        <p:grpSpPr>
          <a:xfrm>
            <a:off x="826135" y="1927225"/>
            <a:ext cx="2529840" cy="768350"/>
            <a:chOff x="315" y="5400"/>
            <a:chExt cx="3984" cy="1210"/>
          </a:xfrm>
        </p:grpSpPr>
        <p:cxnSp>
          <p:nvCxnSpPr>
            <p:cNvPr id="59" name="直接连接符 58"/>
            <p:cNvCxnSpPr/>
            <p:nvPr>
              <p:custDataLst>
                <p:tags r:id="rId30"/>
              </p:custDataLst>
            </p:nvPr>
          </p:nvCxnSpPr>
          <p:spPr>
            <a:xfrm>
              <a:off x="4279" y="5417"/>
              <a:ext cx="0" cy="1193"/>
            </a:xfrm>
            <a:prstGeom prst="line">
              <a:avLst/>
            </a:prstGeom>
            <a:ln w="25400">
              <a:solidFill>
                <a:srgbClr val="25C1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>
              <p:custDataLst>
                <p:tags r:id="rId31"/>
              </p:custDataLst>
            </p:nvPr>
          </p:nvSpPr>
          <p:spPr>
            <a:xfrm>
              <a:off x="315" y="5400"/>
              <a:ext cx="3984" cy="119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="" xmlns:wpsdc="http://www.wps.cn/officeDocument/2022/drawingmlCustomData" type="text"/>
                </a:ext>
              </a:extLst>
            </a:bodyPr>
            <a:lstStyle/>
            <a:p>
              <a:pPr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业财一体：项目</a:t>
              </a:r>
              <a:r>
                <a:rPr lang="en-US" altLang="zh-CN" sz="1800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+</a:t>
              </a:r>
              <a:r>
                <a:rPr lang="zh-CN" altLang="en-US" sz="1800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财务</a:t>
              </a:r>
              <a:r>
                <a:rPr lang="en-US" altLang="zh-CN" sz="1800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+</a:t>
              </a:r>
              <a:r>
                <a:rPr lang="zh-CN" altLang="en-US" sz="1800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进销存</a:t>
              </a:r>
              <a:r>
                <a:rPr lang="en-US" altLang="zh-CN" sz="1800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+</a:t>
              </a:r>
              <a:r>
                <a:rPr lang="zh-CN" altLang="en-US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费报</a:t>
              </a:r>
              <a:r>
                <a:rPr lang="en-US" altLang="zh-CN" b="1">
                  <a:solidFill>
                    <a:srgbClr val="25C1FB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+......</a:t>
              </a:r>
              <a:endParaRPr lang="en-US" altLang="zh-CN" sz="1800" b="1">
                <a:solidFill>
                  <a:srgbClr val="25C1FB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endParaRPr>
            </a:p>
          </p:txBody>
        </p:sp>
      </p:grpSp>
      <p:cxnSp>
        <p:nvCxnSpPr>
          <p:cNvPr id="64" name="直接连接符 63"/>
          <p:cNvCxnSpPr/>
          <p:nvPr>
            <p:custDataLst>
              <p:tags r:id="rId6"/>
            </p:custDataLst>
          </p:nvPr>
        </p:nvCxnSpPr>
        <p:spPr>
          <a:xfrm>
            <a:off x="3343275" y="3457575"/>
            <a:ext cx="0" cy="757555"/>
          </a:xfrm>
          <a:prstGeom prst="line">
            <a:avLst/>
          </a:prstGeom>
          <a:ln w="25400">
            <a:solidFill>
              <a:srgbClr val="9F55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>
            <p:custDataLst>
              <p:tags r:id="rId7"/>
            </p:custDataLst>
          </p:nvPr>
        </p:nvSpPr>
        <p:spPr>
          <a:xfrm>
            <a:off x="1090295" y="3446780"/>
            <a:ext cx="2265680" cy="7556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F55FB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项目进度与合同结算</a:t>
            </a:r>
          </a:p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F55FB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一体化</a:t>
            </a:r>
          </a:p>
        </p:txBody>
      </p:sp>
      <p:cxnSp>
        <p:nvCxnSpPr>
          <p:cNvPr id="67" name="直接连接符 66"/>
          <p:cNvCxnSpPr/>
          <p:nvPr>
            <p:custDataLst>
              <p:tags r:id="rId8"/>
            </p:custDataLst>
          </p:nvPr>
        </p:nvCxnSpPr>
        <p:spPr>
          <a:xfrm>
            <a:off x="3343275" y="4977130"/>
            <a:ext cx="0" cy="757555"/>
          </a:xfrm>
          <a:prstGeom prst="line">
            <a:avLst/>
          </a:prstGeom>
          <a:ln w="25400">
            <a:solidFill>
              <a:srgbClr val="24B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9"/>
            </p:custDataLst>
          </p:nvPr>
        </p:nvSpPr>
        <p:spPr>
          <a:xfrm>
            <a:off x="675640" y="5137785"/>
            <a:ext cx="2680335" cy="4235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BEB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轻量化/成本低/上手快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3423285" y="2066925"/>
            <a:ext cx="4997450" cy="374650"/>
            <a:chOff x="5985" y="3322"/>
            <a:chExt cx="7870" cy="590"/>
          </a:xfrm>
        </p:grpSpPr>
        <p:grpSp>
          <p:nvGrpSpPr>
            <p:cNvPr id="76" name="组合 75"/>
            <p:cNvGrpSpPr/>
            <p:nvPr/>
          </p:nvGrpSpPr>
          <p:grpSpPr>
            <a:xfrm>
              <a:off x="5985" y="3322"/>
              <a:ext cx="1823" cy="590"/>
              <a:chOff x="6363" y="3968"/>
              <a:chExt cx="1063" cy="429"/>
            </a:xfrm>
          </p:grpSpPr>
          <p:cxnSp>
            <p:nvCxnSpPr>
              <p:cNvPr id="74" name="直接连接符 73"/>
              <p:cNvCxnSpPr/>
              <p:nvPr>
                <p:custDataLst>
                  <p:tags r:id="rId28"/>
                </p:custDataLst>
              </p:nvPr>
            </p:nvCxnSpPr>
            <p:spPr>
              <a:xfrm>
                <a:off x="6363" y="3976"/>
                <a:ext cx="695" cy="0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7047" y="3968"/>
                <a:ext cx="379" cy="429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组合 80"/>
            <p:cNvGrpSpPr/>
            <p:nvPr/>
          </p:nvGrpSpPr>
          <p:grpSpPr>
            <a:xfrm flipH="1">
              <a:off x="12033" y="3322"/>
              <a:ext cx="1823" cy="590"/>
              <a:chOff x="6363" y="3968"/>
              <a:chExt cx="1063" cy="429"/>
            </a:xfrm>
          </p:grpSpPr>
          <p:cxnSp>
            <p:nvCxnSpPr>
              <p:cNvPr id="82" name="直接连接符 81"/>
              <p:cNvCxnSpPr/>
              <p:nvPr>
                <p:custDataLst>
                  <p:tags r:id="rId26"/>
                </p:custDataLst>
              </p:nvPr>
            </p:nvCxnSpPr>
            <p:spPr>
              <a:xfrm>
                <a:off x="6363" y="3976"/>
                <a:ext cx="695" cy="0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7047" y="3968"/>
                <a:ext cx="379" cy="429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5" name="组合 84"/>
          <p:cNvGrpSpPr/>
          <p:nvPr/>
        </p:nvGrpSpPr>
        <p:grpSpPr>
          <a:xfrm flipV="1">
            <a:off x="3423285" y="5159375"/>
            <a:ext cx="4997450" cy="374650"/>
            <a:chOff x="5985" y="3322"/>
            <a:chExt cx="7870" cy="590"/>
          </a:xfrm>
        </p:grpSpPr>
        <p:grpSp>
          <p:nvGrpSpPr>
            <p:cNvPr id="41" name="组合 40"/>
            <p:cNvGrpSpPr/>
            <p:nvPr/>
          </p:nvGrpSpPr>
          <p:grpSpPr>
            <a:xfrm>
              <a:off x="5985" y="3322"/>
              <a:ext cx="1823" cy="590"/>
              <a:chOff x="6363" y="3968"/>
              <a:chExt cx="1063" cy="429"/>
            </a:xfrm>
          </p:grpSpPr>
          <p:cxnSp>
            <p:nvCxnSpPr>
              <p:cNvPr id="87" name="直接连接符 86"/>
              <p:cNvCxnSpPr/>
              <p:nvPr>
                <p:custDataLst>
                  <p:tags r:id="rId24"/>
                </p:custDataLst>
              </p:nvPr>
            </p:nvCxnSpPr>
            <p:spPr>
              <a:xfrm>
                <a:off x="6363" y="3976"/>
                <a:ext cx="695" cy="0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7047" y="3968"/>
                <a:ext cx="379" cy="429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组合 88"/>
            <p:cNvGrpSpPr/>
            <p:nvPr/>
          </p:nvGrpSpPr>
          <p:grpSpPr>
            <a:xfrm flipH="1">
              <a:off x="12033" y="3322"/>
              <a:ext cx="1823" cy="590"/>
              <a:chOff x="6363" y="3968"/>
              <a:chExt cx="1063" cy="429"/>
            </a:xfrm>
          </p:grpSpPr>
          <p:cxnSp>
            <p:nvCxnSpPr>
              <p:cNvPr id="90" name="直接连接符 89"/>
              <p:cNvCxnSpPr/>
              <p:nvPr>
                <p:custDataLst>
                  <p:tags r:id="rId22"/>
                </p:custDataLst>
              </p:nvPr>
            </p:nvCxnSpPr>
            <p:spPr>
              <a:xfrm>
                <a:off x="6363" y="3976"/>
                <a:ext cx="695" cy="0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7047" y="3968"/>
                <a:ext cx="379" cy="429"/>
              </a:xfrm>
              <a:prstGeom prst="line">
                <a:avLst/>
              </a:prstGeom>
              <a:ln w="9525">
                <a:solidFill>
                  <a:srgbClr val="C3DEFF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4" name="直接连接符 93"/>
          <p:cNvCxnSpPr/>
          <p:nvPr>
            <p:custDataLst>
              <p:tags r:id="rId10"/>
            </p:custDataLst>
          </p:nvPr>
        </p:nvCxnSpPr>
        <p:spPr>
          <a:xfrm>
            <a:off x="3423285" y="3785870"/>
            <a:ext cx="579120" cy="0"/>
          </a:xfrm>
          <a:prstGeom prst="line">
            <a:avLst/>
          </a:prstGeom>
          <a:ln w="9525">
            <a:solidFill>
              <a:srgbClr val="C3DE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>
            <p:custDataLst>
              <p:tags r:id="rId11"/>
            </p:custDataLst>
          </p:nvPr>
        </p:nvCxnSpPr>
        <p:spPr>
          <a:xfrm>
            <a:off x="7841615" y="3785870"/>
            <a:ext cx="579120" cy="0"/>
          </a:xfrm>
          <a:prstGeom prst="line">
            <a:avLst/>
          </a:prstGeom>
          <a:ln w="9525">
            <a:solidFill>
              <a:srgbClr val="C3DE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>
            <p:custDataLst>
              <p:tags r:id="rId12"/>
            </p:custDataLst>
          </p:nvPr>
        </p:nvCxnSpPr>
        <p:spPr>
          <a:xfrm>
            <a:off x="8498840" y="4977130"/>
            <a:ext cx="0" cy="757555"/>
          </a:xfrm>
          <a:prstGeom prst="line">
            <a:avLst/>
          </a:prstGeom>
          <a:ln w="25400">
            <a:solidFill>
              <a:srgbClr val="24BE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>
            <p:custDataLst>
              <p:tags r:id="rId13"/>
            </p:custDataLst>
          </p:nvPr>
        </p:nvSpPr>
        <p:spPr>
          <a:xfrm>
            <a:off x="8476615" y="5137785"/>
            <a:ext cx="2517775" cy="4235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BEB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网页端+手机端 体验好</a:t>
            </a:r>
          </a:p>
        </p:txBody>
      </p:sp>
      <p:cxnSp>
        <p:nvCxnSpPr>
          <p:cNvPr id="110" name="直接连接符 109"/>
          <p:cNvCxnSpPr/>
          <p:nvPr>
            <p:custDataLst>
              <p:tags r:id="rId14"/>
            </p:custDataLst>
          </p:nvPr>
        </p:nvCxnSpPr>
        <p:spPr>
          <a:xfrm>
            <a:off x="8498840" y="3457575"/>
            <a:ext cx="0" cy="757555"/>
          </a:xfrm>
          <a:prstGeom prst="line">
            <a:avLst/>
          </a:prstGeom>
          <a:ln w="25400">
            <a:solidFill>
              <a:srgbClr val="9F55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>
            <p:custDataLst>
              <p:tags r:id="rId15"/>
            </p:custDataLst>
          </p:nvPr>
        </p:nvSpPr>
        <p:spPr>
          <a:xfrm>
            <a:off x="8476615" y="3446780"/>
            <a:ext cx="2736215" cy="75565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F55FB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项目预算与业务执行控制一体化</a:t>
            </a:r>
          </a:p>
        </p:txBody>
      </p:sp>
      <p:grpSp>
        <p:nvGrpSpPr>
          <p:cNvPr id="112" name="组合 111"/>
          <p:cNvGrpSpPr/>
          <p:nvPr/>
        </p:nvGrpSpPr>
        <p:grpSpPr>
          <a:xfrm>
            <a:off x="8476615" y="1927225"/>
            <a:ext cx="3117215" cy="768350"/>
            <a:chOff x="14099" y="2770"/>
            <a:chExt cx="4909" cy="1210"/>
          </a:xfrm>
        </p:grpSpPr>
        <p:cxnSp>
          <p:nvCxnSpPr>
            <p:cNvPr id="113" name="直接连接符 112"/>
            <p:cNvCxnSpPr/>
            <p:nvPr>
              <p:custDataLst>
                <p:tags r:id="rId20"/>
              </p:custDataLst>
            </p:nvPr>
          </p:nvCxnSpPr>
          <p:spPr>
            <a:xfrm>
              <a:off x="14134" y="2787"/>
              <a:ext cx="0" cy="1193"/>
            </a:xfrm>
            <a:prstGeom prst="line">
              <a:avLst/>
            </a:prstGeom>
            <a:ln w="25400">
              <a:solidFill>
                <a:srgbClr val="25C1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文本框 113"/>
            <p:cNvSpPr txBox="1"/>
            <p:nvPr>
              <p:custDataLst>
                <p:tags r:id="rId21"/>
              </p:custDataLst>
            </p:nvPr>
          </p:nvSpPr>
          <p:spPr>
            <a:xfrm>
              <a:off x="14099" y="2770"/>
              <a:ext cx="4909" cy="119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="" xmlns:wpsdc="http://www.wps.cn/officeDocument/2022/drawingmlCustomData" type="text"/>
                </a:ext>
              </a:extLst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00B0F0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流程灵活：可简单，可复杂，可业务和审批流程打通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009140" y="3515995"/>
            <a:ext cx="540000" cy="540000"/>
            <a:chOff x="16354" y="1624"/>
            <a:chExt cx="2142" cy="2142"/>
          </a:xfrm>
        </p:grpSpPr>
        <p:sp>
          <p:nvSpPr>
            <p:cNvPr id="49" name="椭圆 48"/>
            <p:cNvSpPr/>
            <p:nvPr>
              <p:custDataLst>
                <p:tags r:id="rId18"/>
              </p:custDataLst>
            </p:nvPr>
          </p:nvSpPr>
          <p:spPr>
            <a:xfrm>
              <a:off x="16354" y="1624"/>
              <a:ext cx="2142" cy="2142"/>
            </a:xfrm>
            <a:prstGeom prst="ellipse">
              <a:avLst/>
            </a:prstGeom>
            <a:solidFill>
              <a:srgbClr val="9F55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pic>
          <p:nvPicPr>
            <p:cNvPr id="54" name="图片 53" descr="SAAS-caishuiguanli_huaban1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6"/>
            <a:stretch>
              <a:fillRect/>
            </a:stretch>
          </p:blipFill>
          <p:spPr>
            <a:xfrm>
              <a:off x="16821" y="2091"/>
              <a:ext cx="1208" cy="1208"/>
            </a:xfrm>
            <a:prstGeom prst="rect">
              <a:avLst/>
            </a:prstGeom>
          </p:spPr>
        </p:pic>
      </p:grpSp>
      <p:grpSp>
        <p:nvGrpSpPr>
          <p:cNvPr id="57" name="组合 56"/>
          <p:cNvGrpSpPr/>
          <p:nvPr/>
        </p:nvGrpSpPr>
        <p:grpSpPr>
          <a:xfrm>
            <a:off x="6713855" y="2264025"/>
            <a:ext cx="539750" cy="539750"/>
            <a:chOff x="11371" y="1240"/>
            <a:chExt cx="2142" cy="2142"/>
          </a:xfrm>
        </p:grpSpPr>
        <p:sp>
          <p:nvSpPr>
            <p:cNvPr id="58" name="椭圆 57"/>
            <p:cNvSpPr/>
            <p:nvPr>
              <p:custDataLst>
                <p:tags r:id="rId16"/>
              </p:custDataLst>
            </p:nvPr>
          </p:nvSpPr>
          <p:spPr>
            <a:xfrm>
              <a:off x="11371" y="1240"/>
              <a:ext cx="2142" cy="2142"/>
            </a:xfrm>
            <a:prstGeom prst="ellipse">
              <a:avLst/>
            </a:prstGeom>
            <a:solidFill>
              <a:srgbClr val="25C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pic>
          <p:nvPicPr>
            <p:cNvPr id="61" name="图片 60" descr="kehuyingxiao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7"/>
            <a:stretch>
              <a:fillRect/>
            </a:stretch>
          </p:blipFill>
          <p:spPr>
            <a:xfrm>
              <a:off x="11697" y="1566"/>
              <a:ext cx="1490" cy="14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02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1637847" y="1688799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整体业务蓝图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1637665" y="2142490"/>
            <a:ext cx="7049770" cy="285115"/>
          </a:xfrm>
        </p:spPr>
        <p:txBody>
          <a:bodyPr/>
          <a:lstStyle/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全方位项目管理</a:t>
            </a:r>
            <a:r>
              <a:rPr lang="en-US" altLang="zh-CN">
                <a:sym typeface="+mn-ea"/>
              </a:rPr>
              <a:t> | 2.</a:t>
            </a:r>
            <a:r>
              <a:rPr lang="zh-CN" altLang="en-US">
                <a:sym typeface="+mn-ea"/>
              </a:rPr>
              <a:t>整体业务蓝图</a:t>
            </a:r>
            <a:r>
              <a:rPr lang="en-US" altLang="zh-CN">
                <a:sym typeface="+mn-ea"/>
              </a:rPr>
              <a:t> | 3.</a:t>
            </a:r>
            <a:r>
              <a:rPr lang="zh-CN" altLang="en-US">
                <a:sym typeface="+mn-ea"/>
              </a:rPr>
              <a:t>灵活的业务流程，满足不同管控力度</a:t>
            </a:r>
            <a:r>
              <a:rPr lang="en-US" altLang="zh-CN">
                <a:sym typeface="+mn-ea"/>
              </a:rPr>
              <a:t> | 4.</a:t>
            </a:r>
            <a:r>
              <a:rPr lang="zh-CN" altLang="en-US">
                <a:sym typeface="+mn-ea"/>
              </a:rPr>
              <a:t>产品优势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>
          <a:xfrm>
            <a:off x="1637665" y="3338830"/>
            <a:ext cx="9529445" cy="285115"/>
          </a:xfrm>
        </p:spPr>
        <p:txBody>
          <a:bodyPr/>
          <a:lstStyle/>
          <a:p>
            <a:r>
              <a:rPr lang="en-US" altLang="zh-CN">
                <a:sym typeface="+mn-ea"/>
              </a:rPr>
              <a:t>1.项目立项 | 2.项目预算 | 3.合同管理 | 4.项目物资 | 5.费用管理 | 6.项目</a:t>
            </a:r>
            <a:r>
              <a:rPr lang="zh-CN" altLang="en-US">
                <a:sym typeface="+mn-ea"/>
              </a:rPr>
              <a:t>执行</a:t>
            </a:r>
            <a:r>
              <a:rPr lang="en-US" altLang="zh-CN">
                <a:sym typeface="+mn-ea"/>
              </a:rPr>
              <a:t>:</a:t>
            </a:r>
            <a:r>
              <a:rPr lang="zh-CN" altLang="en-US">
                <a:sym typeface="+mn-ea"/>
              </a:rPr>
              <a:t>项目计划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我的任务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进度填报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工时填报</a:t>
            </a:r>
            <a:r>
              <a:rPr lang="en-US" altLang="zh-CN">
                <a:sym typeface="+mn-ea"/>
              </a:rPr>
              <a:t> | 7.项目分析 | 8.业财一体</a:t>
            </a:r>
            <a:endParaRPr lang="en-US" altLang="zh-CN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0"/>
          </p:nvPr>
        </p:nvSpPr>
        <p:spPr>
          <a:xfrm>
            <a:off x="1637665" y="4431030"/>
            <a:ext cx="10029825" cy="285115"/>
          </a:xfrm>
        </p:spPr>
        <p:txBody>
          <a:bodyPr/>
          <a:lstStyle/>
          <a:p>
            <a:r>
              <a:rPr lang="zh-CN" altLang="en-US">
                <a:sym typeface="+mn-ea"/>
              </a:rPr>
              <a:t>1.投标管理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2.保证金管理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3.施工管理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4.质量安全</a:t>
            </a:r>
            <a:r>
              <a:rPr lang="en-US" altLang="zh-CN">
                <a:sym typeface="+mn-ea"/>
              </a:rPr>
              <a:t>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.证照管理</a:t>
            </a:r>
            <a:r>
              <a:rPr lang="en-US" altLang="zh-CN">
                <a:sym typeface="+mn-ea"/>
              </a:rPr>
              <a:t> |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6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联营合作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7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售后服务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8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项目提成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9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工资管理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10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人事管理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.配置清单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12</a:t>
            </a:r>
            <a:r>
              <a:rPr lang="zh-CN" altLang="en-US">
                <a:sym typeface="+mn-ea"/>
              </a:rPr>
              <a:t>.</a:t>
            </a:r>
            <a:r>
              <a:rPr lang="zh-CN" altLang="en-US"/>
              <a:t>借用管理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/>
              <a:t>04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3"/>
          </p:nvPr>
        </p:nvSpPr>
        <p:spPr>
          <a:xfrm>
            <a:off x="1637665" y="5475605"/>
            <a:ext cx="7708265" cy="28511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.金蝶云APP集成 | </a:t>
            </a:r>
            <a:r>
              <a:rPr lang="en-US">
                <a:sym typeface="+mn-ea"/>
              </a:rPr>
              <a:t>2.</a:t>
            </a:r>
            <a:r>
              <a:rPr>
                <a:sym typeface="+mn-ea"/>
              </a:rPr>
              <a:t>钉钉集成 | 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.</a:t>
            </a:r>
            <a:r>
              <a:rPr lang="zh-CN">
                <a:sym typeface="+mn-ea"/>
              </a:rPr>
              <a:t>企业微信</a:t>
            </a:r>
            <a:r>
              <a:rPr>
                <a:sym typeface="+mn-ea"/>
              </a:rPr>
              <a:t>集成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9"/>
          </p:nvPr>
        </p:nvSpPr>
        <p:spPr>
          <a:xfrm>
            <a:off x="1637847" y="2928682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rgbClr val="FFC000"/>
                </a:solidFill>
              </a:rPr>
              <a:t>核心功能介绍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0"/>
          </p:nvPr>
        </p:nvSpPr>
        <p:spPr>
          <a:xfrm>
            <a:off x="1637847" y="4006367"/>
            <a:ext cx="6602906" cy="410834"/>
          </a:xfrm>
        </p:spPr>
        <p:txBody>
          <a:bodyPr/>
          <a:lstStyle/>
          <a:p>
            <a:r>
              <a:rPr lang="zh-CN" altLang="en-US"/>
              <a:t>其他功能介绍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31"/>
          </p:nvPr>
        </p:nvSpPr>
        <p:spPr>
          <a:xfrm>
            <a:off x="1637847" y="5067724"/>
            <a:ext cx="6602906" cy="410834"/>
          </a:xfrm>
        </p:spPr>
        <p:txBody>
          <a:bodyPr/>
          <a:lstStyle/>
          <a:p>
            <a:r>
              <a:rPr lang="zh-CN" altLang="en-US"/>
              <a:t>手机端介绍</a:t>
            </a: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CN"/>
              <a:t>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2557780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1.</a:t>
            </a:r>
            <a:r>
              <a:rPr lang="zh-CN" altLang="en-US" sz="2800" dirty="0">
                <a:sym typeface="+mn-ea"/>
              </a:rPr>
              <a:t>项目立项</a:t>
            </a:r>
            <a:endParaRPr lang="zh-CN" altLang="en-US" sz="2800" dirty="0">
              <a:solidFill>
                <a:srgbClr val="25C1F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5238115" y="819150"/>
            <a:ext cx="6256020" cy="1014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sz="2000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全面建立项目基本信息，</a:t>
            </a:r>
            <a:endParaRPr lang="zh-CN" sz="2000" b="1" dirty="0">
              <a:solidFill>
                <a:srgbClr val="00B0F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algn="l">
              <a:lnSpc>
                <a:spcPct val="150000"/>
              </a:lnSpc>
            </a:pPr>
            <a:r>
              <a:rPr 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           </a:t>
            </a:r>
            <a:r>
              <a:rPr 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项目后期</a:t>
            </a:r>
            <a:r>
              <a:rPr lang="zh-CN" altLang="en-US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管控夯实基础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</a:p>
        </p:txBody>
      </p:sp>
      <p:sp>
        <p:nvSpPr>
          <p:cNvPr id="20" name="圆角矩形标注 19"/>
          <p:cNvSpPr/>
          <p:nvPr/>
        </p:nvSpPr>
        <p:spPr>
          <a:xfrm>
            <a:off x="570865" y="147383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基本信息</a:t>
            </a:r>
          </a:p>
        </p:txBody>
      </p:sp>
      <p:sp>
        <p:nvSpPr>
          <p:cNvPr id="25" name="圆角矩形标注 24"/>
          <p:cNvSpPr/>
          <p:nvPr>
            <p:custDataLst>
              <p:tags r:id="rId2"/>
            </p:custDataLst>
          </p:nvPr>
        </p:nvSpPr>
        <p:spPr>
          <a:xfrm>
            <a:off x="2787015" y="272224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项目团队</a:t>
            </a:r>
          </a:p>
        </p:txBody>
      </p:sp>
      <p:sp>
        <p:nvSpPr>
          <p:cNvPr id="26" name="圆角矩形标注 25"/>
          <p:cNvSpPr/>
          <p:nvPr>
            <p:custDataLst>
              <p:tags r:id="rId3"/>
            </p:custDataLst>
          </p:nvPr>
        </p:nvSpPr>
        <p:spPr>
          <a:xfrm>
            <a:off x="570865" y="521906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项目阶段</a:t>
            </a:r>
          </a:p>
        </p:txBody>
      </p:sp>
      <p:sp>
        <p:nvSpPr>
          <p:cNvPr id="27" name="圆角矩形标注 26"/>
          <p:cNvSpPr/>
          <p:nvPr>
            <p:custDataLst>
              <p:tags r:id="rId4"/>
            </p:custDataLst>
          </p:nvPr>
        </p:nvSpPr>
        <p:spPr>
          <a:xfrm>
            <a:off x="570865" y="272224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项目类型</a:t>
            </a:r>
          </a:p>
        </p:txBody>
      </p:sp>
      <p:sp>
        <p:nvSpPr>
          <p:cNvPr id="28" name="圆角矩形标注 27"/>
          <p:cNvSpPr/>
          <p:nvPr>
            <p:custDataLst>
              <p:tags r:id="rId5"/>
            </p:custDataLst>
          </p:nvPr>
        </p:nvSpPr>
        <p:spPr>
          <a:xfrm>
            <a:off x="2787015" y="147383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父子项目</a:t>
            </a:r>
          </a:p>
        </p:txBody>
      </p:sp>
      <p:sp>
        <p:nvSpPr>
          <p:cNvPr id="29" name="圆角矩形标注 28"/>
          <p:cNvSpPr/>
          <p:nvPr>
            <p:custDataLst>
              <p:tags r:id="rId6"/>
            </p:custDataLst>
          </p:nvPr>
        </p:nvSpPr>
        <p:spPr>
          <a:xfrm>
            <a:off x="2787015" y="397065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文档资料</a:t>
            </a:r>
          </a:p>
        </p:txBody>
      </p:sp>
      <p:sp>
        <p:nvSpPr>
          <p:cNvPr id="30" name="圆角矩形标注 29"/>
          <p:cNvSpPr/>
          <p:nvPr>
            <p:custDataLst>
              <p:tags r:id="rId7"/>
            </p:custDataLst>
          </p:nvPr>
        </p:nvSpPr>
        <p:spPr>
          <a:xfrm>
            <a:off x="2787015" y="521906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en-US" altLang="zh-CN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</a:p>
        </p:txBody>
      </p:sp>
      <p:sp>
        <p:nvSpPr>
          <p:cNvPr id="31" name="圆角矩形标注 30"/>
          <p:cNvSpPr/>
          <p:nvPr>
            <p:custDataLst>
              <p:tags r:id="rId8"/>
            </p:custDataLst>
          </p:nvPr>
        </p:nvSpPr>
        <p:spPr>
          <a:xfrm>
            <a:off x="570865" y="3970655"/>
            <a:ext cx="1736090" cy="611505"/>
          </a:xfrm>
          <a:prstGeom prst="wedgeRoundRectCallout">
            <a:avLst>
              <a:gd name="adj1" fmla="val -26736"/>
              <a:gd name="adj2" fmla="val 78348"/>
              <a:gd name="adj3" fmla="val 16667"/>
            </a:avLst>
          </a:prstGeom>
          <a:solidFill>
            <a:srgbClr val="F2F2F2"/>
          </a:solidFill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>
            <a:normAutofit/>
          </a:bodyPr>
          <a:lstStyle/>
          <a:p>
            <a:pPr algn="ctr"/>
            <a:r>
              <a:rPr lang="zh-CN" altLang="en-US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所属区域</a:t>
            </a: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5772150" y="2024380"/>
            <a:ext cx="5375910" cy="4598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200000"/>
              </a:lnSpc>
              <a:spcBef>
                <a:spcPts val="600"/>
              </a:spcBef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对项目进行建档管理，包含项目名称、项目经理等基本信息，其中：</a:t>
            </a: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</a:pPr>
            <a:r>
              <a:rPr 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项目类型：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对项目进行分类管理，如：路桥工程、水利工程等。</a:t>
            </a: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</a:pPr>
            <a:r>
              <a:rPr 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项目阶段：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项目阶段进度管理，如：合同签订、项目进场、项目验收、售后质保等。可设置各阶段负责人、计划工期等。</a:t>
            </a: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父子项目：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将总项目划分成多个 或 多级子项目，既可对每个子项目进行收支利润核算，又可对父项目进行收支利润核算，之后可对整个项目汇总生成总的收支利润。</a:t>
            </a: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项目团队：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记录项目团队成员角色、进入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离开项目时间、联系方式等。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>
            <p:custDataLst>
              <p:tags r:id="rId1"/>
            </p:custDataLst>
          </p:nvPr>
        </p:nvSpPr>
        <p:spPr>
          <a:xfrm>
            <a:off x="-635" y="1357630"/>
            <a:ext cx="12192000" cy="537591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ym typeface="+mn-ea"/>
              </a:rPr>
              <a:t>2.</a:t>
            </a:r>
            <a:r>
              <a:rPr lang="zh-CN" altLang="en-US" sz="2800" dirty="0">
                <a:sym typeface="+mn-ea"/>
              </a:rPr>
              <a:t>项目预算</a:t>
            </a:r>
            <a:endParaRPr lang="zh-CN" altLang="en-US" sz="2800" dirty="0">
              <a:solidFill>
                <a:srgbClr val="25C1FB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6" name="圆角矩形 25"/>
          <p:cNvSpPr/>
          <p:nvPr>
            <p:custDataLst>
              <p:tags r:id="rId2"/>
            </p:custDataLst>
          </p:nvPr>
        </p:nvSpPr>
        <p:spPr>
          <a:xfrm>
            <a:off x="398145" y="2846070"/>
            <a:ext cx="5603240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0853" y="3171190"/>
            <a:ext cx="5457825" cy="3181350"/>
          </a:xfrm>
          <a:prstGeom prst="rect">
            <a:avLst/>
          </a:prstGeom>
        </p:spPr>
      </p:pic>
      <p:sp>
        <p:nvSpPr>
          <p:cNvPr id="19" name="圆角矩形 18"/>
          <p:cNvSpPr/>
          <p:nvPr>
            <p:custDataLst>
              <p:tags r:id="rId4"/>
            </p:custDataLst>
          </p:nvPr>
        </p:nvSpPr>
        <p:spPr>
          <a:xfrm>
            <a:off x="6168390" y="2846070"/>
            <a:ext cx="5603240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466090" y="1661795"/>
            <a:ext cx="5702935" cy="1106805"/>
            <a:chOff x="638" y="2729"/>
            <a:chExt cx="8981" cy="1743"/>
          </a:xfrm>
        </p:grpSpPr>
        <p:sp>
          <p:nvSpPr>
            <p:cNvPr id="24" name="矩形 23"/>
            <p:cNvSpPr/>
            <p:nvPr/>
          </p:nvSpPr>
          <p:spPr>
            <a:xfrm>
              <a:off x="638" y="2801"/>
              <a:ext cx="962" cy="1544"/>
            </a:xfrm>
            <a:prstGeom prst="rect">
              <a:avLst/>
            </a:prstGeom>
            <a:solidFill>
              <a:srgbClr val="25C1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预算控制</a:t>
              </a:r>
            </a:p>
          </p:txBody>
        </p:sp>
        <p:sp>
          <p:nvSpPr>
            <p:cNvPr id="29" name="文本框 28"/>
            <p:cNvSpPr txBox="1"/>
            <p:nvPr>
              <p:custDataLst>
                <p:tags r:id="rId8"/>
              </p:custDataLst>
            </p:nvPr>
          </p:nvSpPr>
          <p:spPr>
            <a:xfrm>
              <a:off x="1600" y="2729"/>
              <a:ext cx="8019" cy="1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分为</a:t>
              </a:r>
              <a:r>
                <a:rPr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费用预算</a:t>
              </a:r>
              <a:r>
                <a:rPr 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物料预算</a:t>
              </a:r>
              <a:r>
                <a:rPr 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、工时预算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；</a:t>
              </a:r>
            </a:p>
            <a:p>
              <a:pPr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</a:t>
              </a:r>
              <a:r>
                <a:rPr 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费用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物料可按：</a:t>
              </a:r>
              <a:r>
                <a:rPr 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总额、类别、明细这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种方式进行预算管理；</a:t>
              </a:r>
            </a:p>
            <a:p>
              <a:pPr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、预算控制模式分为：不控制、定量控制、定价控制、量价齐控、总额控制</a:t>
              </a:r>
            </a:p>
            <a:p>
              <a:pPr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、支持强管控、弱管控两种力度的管控。</a:t>
              </a:r>
            </a:p>
            <a:p>
              <a:pPr algn="just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5.可按照数量、单价、金额设置对应的“上浮值”、“上浮比例”，“提醒阈值”、“提醒阈值比例”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336030" y="1673225"/>
            <a:ext cx="5267960" cy="1014730"/>
            <a:chOff x="638" y="2747"/>
            <a:chExt cx="8296" cy="1598"/>
          </a:xfrm>
        </p:grpSpPr>
        <p:sp>
          <p:nvSpPr>
            <p:cNvPr id="34" name="矩形 33"/>
            <p:cNvSpPr/>
            <p:nvPr>
              <p:custDataLst>
                <p:tags r:id="rId6"/>
              </p:custDataLst>
            </p:nvPr>
          </p:nvSpPr>
          <p:spPr>
            <a:xfrm>
              <a:off x="638" y="2801"/>
              <a:ext cx="962" cy="1544"/>
            </a:xfrm>
            <a:prstGeom prst="rect">
              <a:avLst/>
            </a:prstGeom>
            <a:solidFill>
              <a:srgbClr val="24BE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预算</a:t>
              </a:r>
            </a:p>
            <a:p>
              <a:pPr algn="ctr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</a:p>
          </p:txBody>
        </p:sp>
        <p:sp>
          <p:nvSpPr>
            <p:cNvPr id="35" name="文本框 34"/>
            <p:cNvSpPr txBox="1"/>
            <p:nvPr>
              <p:custDataLst>
                <p:tags r:id="rId7"/>
              </p:custDataLst>
            </p:nvPr>
          </p:nvSpPr>
          <p:spPr>
            <a:xfrm>
              <a:off x="1600" y="2747"/>
              <a:ext cx="7334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、预算执行中，全业务流程均受预算管控，系统时时提示预算额度、预算可用额度，超额时系统自动预警；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、项目预算执行表：</a:t>
              </a:r>
              <a:r>
                <a:rPr 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预算数、实际执行数、预算与实际差异数据，即时展示。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87680" y="2846070"/>
            <a:ext cx="93408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项目预算单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6303645" y="2846070"/>
            <a:ext cx="135318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24BFB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7680" y="382905"/>
            <a:ext cx="11363325" cy="9086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由粗及细四大层次五个维度</a:t>
            </a: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的项目成本预算，</a:t>
            </a: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帮助企业实现项目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“事前预算、事中控制、事后分析”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让项目成本更可控。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21765" y="3691890"/>
            <a:ext cx="406400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支持：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项目预算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部门</a:t>
            </a:r>
            <a:r>
              <a:rPr lang="en-US" altLang="zh-CN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预算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4110" y="3099435"/>
            <a:ext cx="5510530" cy="33604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 flipV="1">
            <a:off x="-635" y="1000125"/>
            <a:ext cx="12192000" cy="151511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ym typeface="+mn-ea"/>
              </a:rPr>
              <a:t>3.</a:t>
            </a:r>
            <a:r>
              <a:rPr lang="zh-CN" altLang="en-US" sz="2800" dirty="0">
                <a:sym typeface="+mn-ea"/>
              </a:rPr>
              <a:t>合同管理：</a:t>
            </a:r>
            <a:r>
              <a:rPr lang="zh-CN" altLang="en-US" sz="2800" dirty="0">
                <a:solidFill>
                  <a:srgbClr val="FFC000"/>
                </a:solidFill>
                <a:sym typeface="+mn-ea"/>
              </a:rPr>
              <a:t>合同的全生命周期管理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514158" y="2713355"/>
            <a:ext cx="9162415" cy="4955540"/>
            <a:chOff x="1267" y="2461"/>
            <a:chExt cx="11100" cy="6004"/>
          </a:xfrm>
        </p:grpSpPr>
        <p:grpSp>
          <p:nvGrpSpPr>
            <p:cNvPr id="15" name="组合 14"/>
            <p:cNvGrpSpPr/>
            <p:nvPr/>
          </p:nvGrpSpPr>
          <p:grpSpPr>
            <a:xfrm>
              <a:off x="1267" y="2461"/>
              <a:ext cx="11100" cy="6004"/>
              <a:chOff x="1423" y="2188"/>
              <a:chExt cx="16378" cy="8860"/>
            </a:xfrm>
          </p:grpSpPr>
          <p:sp>
            <p:nvSpPr>
              <p:cNvPr id="134" name="任意形状 18"/>
              <p:cNvSpPr/>
              <p:nvPr/>
            </p:nvSpPr>
            <p:spPr>
              <a:xfrm>
                <a:off x="2197" y="2860"/>
                <a:ext cx="14826" cy="8189"/>
              </a:xfrm>
              <a:custGeom>
                <a:avLst/>
                <a:gdLst>
                  <a:gd name="connsiteX0" fmla="*/ 1483473 w 2966946"/>
                  <a:gd name="connsiteY0" fmla="*/ 0 h 1835461"/>
                  <a:gd name="connsiteX1" fmla="*/ 2966946 w 2966946"/>
                  <a:gd name="connsiteY1" fmla="*/ 1483473 h 1835461"/>
                  <a:gd name="connsiteX2" fmla="*/ 2936807 w 2966946"/>
                  <a:gd name="connsiteY2" fmla="*/ 1782445 h 1835461"/>
                  <a:gd name="connsiteX3" fmla="*/ 2923175 w 2966946"/>
                  <a:gd name="connsiteY3" fmla="*/ 1835461 h 1835461"/>
                  <a:gd name="connsiteX4" fmla="*/ 43771 w 2966946"/>
                  <a:gd name="connsiteY4" fmla="*/ 1835461 h 1835461"/>
                  <a:gd name="connsiteX5" fmla="*/ 30139 w 2966946"/>
                  <a:gd name="connsiteY5" fmla="*/ 1782445 h 1835461"/>
                  <a:gd name="connsiteX6" fmla="*/ 0 w 2966946"/>
                  <a:gd name="connsiteY6" fmla="*/ 1483473 h 1835461"/>
                  <a:gd name="connsiteX7" fmla="*/ 1483473 w 2966946"/>
                  <a:gd name="connsiteY7" fmla="*/ 0 h 1835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66946" h="1835461">
                    <a:moveTo>
                      <a:pt x="1483473" y="0"/>
                    </a:moveTo>
                    <a:cubicBezTo>
                      <a:pt x="2302773" y="0"/>
                      <a:pt x="2966946" y="664173"/>
                      <a:pt x="2966946" y="1483473"/>
                    </a:cubicBezTo>
                    <a:cubicBezTo>
                      <a:pt x="2966946" y="1585886"/>
                      <a:pt x="2956568" y="1685874"/>
                      <a:pt x="2936807" y="1782445"/>
                    </a:cubicBezTo>
                    <a:lnTo>
                      <a:pt x="2923175" y="1835461"/>
                    </a:lnTo>
                    <a:lnTo>
                      <a:pt x="43771" y="1835461"/>
                    </a:lnTo>
                    <a:lnTo>
                      <a:pt x="30139" y="1782445"/>
                    </a:lnTo>
                    <a:cubicBezTo>
                      <a:pt x="10378" y="1685874"/>
                      <a:pt x="0" y="1585886"/>
                      <a:pt x="0" y="1483473"/>
                    </a:cubicBezTo>
                    <a:cubicBezTo>
                      <a:pt x="0" y="664173"/>
                      <a:pt x="664173" y="0"/>
                      <a:pt x="1483473" y="0"/>
                    </a:cubicBezTo>
                    <a:close/>
                  </a:path>
                </a:pathLst>
              </a:custGeom>
              <a:noFill/>
              <a:ln w="9525">
                <a:solidFill>
                  <a:srgbClr val="25C0FA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62556" tIns="81277" rIns="162556" bIns="81277" rtlCol="0" anchor="ctr">
                <a:noAutofit/>
              </a:bodyPr>
              <a:lstStyle/>
              <a:p>
                <a:pPr algn="ctr" defTabSz="914400"/>
                <a:endParaRPr lang="en-US" sz="20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6337" y="2188"/>
                <a:ext cx="2145" cy="2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 defTabSz="914400"/>
                <a:r>
                  <a:rPr kumimoji="1" lang="zh-CN" altLang="en-US" sz="1865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 Light" panose="020B0502040204020203" charset="-122"/>
                  </a:rPr>
                  <a:t>合同</a:t>
                </a:r>
              </a:p>
              <a:p>
                <a:pPr algn="ctr" defTabSz="914400"/>
                <a:r>
                  <a:rPr kumimoji="1" lang="zh-CN" altLang="en-US" sz="1865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 Light" panose="020B0502040204020203" charset="-122"/>
                  </a:rPr>
                  <a:t>结算</a:t>
                </a:r>
              </a:p>
            </p:txBody>
          </p:sp>
          <p:sp>
            <p:nvSpPr>
              <p:cNvPr id="169" name="椭圆 168"/>
              <p:cNvSpPr/>
              <p:nvPr/>
            </p:nvSpPr>
            <p:spPr>
              <a:xfrm>
                <a:off x="10780" y="2188"/>
                <a:ext cx="2145" cy="2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 defTabSz="914400"/>
                <a:r>
                  <a:rPr lang="zh-CN" altLang="en-US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合同</a:t>
                </a:r>
              </a:p>
              <a:p>
                <a:pPr algn="ctr" defTabSz="914400"/>
                <a:r>
                  <a:rPr lang="zh-CN" altLang="en-US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发票</a:t>
                </a:r>
                <a:endParaRPr kumimoji="1" lang="zh-CN" altLang="en-US" sz="1865" b="1" dirty="0">
                  <a:ln w="10541" cmpd="sng">
                    <a:noFill/>
                    <a:prstDash val="solid"/>
                  </a:ln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 Light" panose="020B0502040204020203" charset="-122"/>
                  <a:sym typeface="+mn-ea"/>
                </a:endParaRPr>
              </a:p>
            </p:txBody>
          </p:sp>
          <p:sp>
            <p:nvSpPr>
              <p:cNvPr id="115" name="椭圆 114"/>
              <p:cNvSpPr/>
              <p:nvPr/>
            </p:nvSpPr>
            <p:spPr>
              <a:xfrm>
                <a:off x="1423" y="7331"/>
                <a:ext cx="2144" cy="2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 defTabSz="914400"/>
                <a:r>
                  <a:rPr kumimoji="1" lang="zh-CN" altLang="en-US" sz="1865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 Light" panose="020B0502040204020203" charset="-122"/>
                  </a:rPr>
                  <a:t>合同</a:t>
                </a:r>
              </a:p>
              <a:p>
                <a:pPr algn="ctr" defTabSz="914400"/>
                <a:r>
                  <a:rPr kumimoji="1" lang="zh-CN" altLang="en-US" sz="1865" b="1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 Light" panose="020B0502040204020203" charset="-122"/>
                  </a:rPr>
                  <a:t>创建</a:t>
                </a:r>
              </a:p>
            </p:txBody>
          </p:sp>
          <p:sp>
            <p:nvSpPr>
              <p:cNvPr id="170" name="椭圆 169"/>
              <p:cNvSpPr/>
              <p:nvPr/>
            </p:nvSpPr>
            <p:spPr>
              <a:xfrm>
                <a:off x="15657" y="7331"/>
                <a:ext cx="2145" cy="2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 defTabSz="914400"/>
                <a:r>
                  <a:rPr lang="zh-CN" altLang="en-US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合同</a:t>
                </a:r>
              </a:p>
              <a:p>
                <a:pPr algn="ctr" defTabSz="914400"/>
                <a:r>
                  <a:rPr lang="zh-CN" altLang="en-US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预警</a:t>
                </a:r>
              </a:p>
            </p:txBody>
          </p:sp>
          <p:sp>
            <p:nvSpPr>
              <p:cNvPr id="114" name="椭圆 113"/>
              <p:cNvSpPr/>
              <p:nvPr/>
            </p:nvSpPr>
            <p:spPr>
              <a:xfrm>
                <a:off x="2844" y="4367"/>
                <a:ext cx="2145" cy="2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 defTabSz="914400"/>
                <a:r>
                  <a:rPr lang="zh-CN" altLang="en-US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合同</a:t>
                </a:r>
              </a:p>
              <a:p>
                <a:pPr algn="ctr" defTabSz="914400"/>
                <a:r>
                  <a:rPr lang="zh-CN" altLang="en-US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变更</a:t>
                </a:r>
                <a:endParaRPr kumimoji="1" lang="zh-CN" altLang="en-US" sz="1865" b="1" dirty="0">
                  <a:ln w="10541" cmpd="sng">
                    <a:noFill/>
                    <a:prstDash val="solid"/>
                  </a:ln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 Light" panose="020B0502040204020203" charset="-122"/>
                  <a:sym typeface="+mn-ea"/>
                </a:endParaRPr>
              </a:p>
            </p:txBody>
          </p:sp>
          <p:sp>
            <p:nvSpPr>
              <p:cNvPr id="171" name="椭圆 170"/>
              <p:cNvSpPr/>
              <p:nvPr/>
            </p:nvSpPr>
            <p:spPr>
              <a:xfrm>
                <a:off x="14235" y="4367"/>
                <a:ext cx="2145" cy="2145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0" tIns="0" rIns="0" bIns="0" rtlCol="0" anchor="ctr"/>
              <a:lstStyle/>
              <a:p>
                <a:pPr algn="ctr" defTabSz="914400"/>
                <a:r>
                  <a:rPr lang="zh-CN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合同</a:t>
                </a:r>
              </a:p>
              <a:p>
                <a:pPr algn="ctr" defTabSz="914400"/>
                <a:r>
                  <a:rPr lang="zh-CN" sz="1865" b="1" dirty="0">
                    <a:ln w="10541" cmpd="sng">
                      <a:noFill/>
                      <a:prstDash val="solid"/>
                    </a:ln>
                    <a:solidFill>
                      <a:prstClr val="whit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报表</a:t>
                </a: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4084" y="4300"/>
              <a:ext cx="5467" cy="3604"/>
              <a:chOff x="5557" y="4804"/>
              <a:chExt cx="8067" cy="5319"/>
            </a:xfrm>
          </p:grpSpPr>
          <p:sp>
            <p:nvSpPr>
              <p:cNvPr id="299" name="弧形 212"/>
              <p:cNvSpPr/>
              <p:nvPr/>
            </p:nvSpPr>
            <p:spPr>
              <a:xfrm>
                <a:off x="6438" y="5217"/>
                <a:ext cx="6305" cy="4385"/>
              </a:xfrm>
              <a:prstGeom prst="arc">
                <a:avLst>
                  <a:gd name="adj1" fmla="val 10788487"/>
                  <a:gd name="adj2" fmla="val 21596180"/>
                </a:avLst>
              </a:prstGeom>
              <a:ln w="9525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6463" y="4804"/>
                <a:ext cx="6229" cy="2226"/>
                <a:chOff x="6463" y="4804"/>
                <a:chExt cx="6229" cy="2226"/>
              </a:xfrm>
            </p:grpSpPr>
            <p:sp>
              <p:nvSpPr>
                <p:cNvPr id="215" name="矩形 214"/>
                <p:cNvSpPr/>
                <p:nvPr/>
              </p:nvSpPr>
              <p:spPr>
                <a:xfrm>
                  <a:off x="7482" y="6457"/>
                  <a:ext cx="2068" cy="573"/>
                </a:xfrm>
                <a:prstGeom prst="rect">
                  <a:avLst/>
                </a:prstGeom>
                <a:solidFill>
                  <a:schemeClr val="tx2">
                    <a:alpha val="2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62556" tIns="81277" rIns="162556" bIns="81277" rtlCol="0" anchor="ctr"/>
                <a:lstStyle/>
                <a:p>
                  <a:pPr defTabSz="914400"/>
                  <a:r>
                    <a:rPr lang="zh-CN" altLang="en-US" sz="1065" b="1" dirty="0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实时查看共享</a:t>
                  </a:r>
                  <a:endParaRPr kumimoji="1" lang="zh-CN" altLang="en-US" sz="1065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pSp>
              <p:nvGrpSpPr>
                <p:cNvPr id="20" name="组合 19"/>
                <p:cNvGrpSpPr/>
                <p:nvPr/>
              </p:nvGrpSpPr>
              <p:grpSpPr>
                <a:xfrm>
                  <a:off x="8161" y="4804"/>
                  <a:ext cx="2834" cy="1020"/>
                  <a:chOff x="7764" y="4685"/>
                  <a:chExt cx="2834" cy="1020"/>
                </a:xfrm>
              </p:grpSpPr>
              <p:sp>
                <p:nvSpPr>
                  <p:cNvPr id="301" name="椭圆 232"/>
                  <p:cNvSpPr/>
                  <p:nvPr/>
                </p:nvSpPr>
                <p:spPr>
                  <a:xfrm>
                    <a:off x="7764" y="4685"/>
                    <a:ext cx="1020" cy="102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vert="horz" lIns="0" tIns="0" rIns="0" bIns="0" rtlCol="0" anchor="ctr"/>
                  <a:lstStyle/>
                  <a:p>
                    <a:pPr algn="ctr" defTabSz="914400" fontAlgn="base"/>
                    <a:r>
                      <a:rPr lang="zh-CN" altLang="en-US" sz="133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  <a:sym typeface="Times New Roman" panose="02020603050405020304"/>
                      </a:rPr>
                      <a:t>阶段</a:t>
                    </a:r>
                  </a:p>
                </p:txBody>
              </p:sp>
              <p:sp>
                <p:nvSpPr>
                  <p:cNvPr id="302" name="椭圆 232"/>
                  <p:cNvSpPr/>
                  <p:nvPr/>
                </p:nvSpPr>
                <p:spPr>
                  <a:xfrm>
                    <a:off x="9578" y="4685"/>
                    <a:ext cx="1020" cy="102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vert="horz" lIns="0" tIns="0" rIns="0" bIns="0" rtlCol="0" anchor="ctr"/>
                  <a:lstStyle/>
                  <a:p>
                    <a:pPr algn="ctr" defTabSz="914400" fontAlgn="base"/>
                    <a:r>
                      <a:rPr lang="zh-CN" altLang="en-US" sz="133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  <a:sym typeface="Times New Roman" panose="02020603050405020304"/>
                      </a:rPr>
                      <a:t>收款</a:t>
                    </a:r>
                  </a:p>
                </p:txBody>
              </p:sp>
            </p:grpSp>
            <p:grpSp>
              <p:nvGrpSpPr>
                <p:cNvPr id="21" name="组合 20"/>
                <p:cNvGrpSpPr/>
                <p:nvPr/>
              </p:nvGrpSpPr>
              <p:grpSpPr>
                <a:xfrm>
                  <a:off x="6463" y="5824"/>
                  <a:ext cx="6229" cy="1020"/>
                  <a:chOff x="6066" y="5705"/>
                  <a:chExt cx="6229" cy="1020"/>
                </a:xfrm>
              </p:grpSpPr>
              <p:sp>
                <p:nvSpPr>
                  <p:cNvPr id="300" name="椭圆 232"/>
                  <p:cNvSpPr/>
                  <p:nvPr/>
                </p:nvSpPr>
                <p:spPr>
                  <a:xfrm>
                    <a:off x="6066" y="5705"/>
                    <a:ext cx="1020" cy="102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vert="horz" lIns="0" tIns="0" rIns="0" bIns="0" rtlCol="0" anchor="ctr"/>
                  <a:lstStyle/>
                  <a:p>
                    <a:pPr algn="ctr" defTabSz="914400" fontAlgn="base"/>
                    <a:r>
                      <a:rPr lang="zh-CN" altLang="en-US" sz="133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  <a:sym typeface="Times New Roman" panose="02020603050405020304"/>
                      </a:rPr>
                      <a:t>保证金</a:t>
                    </a:r>
                    <a:endParaRPr lang="zh-CN" altLang="en-US" sz="1335" kern="0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Times New Roman" panose="02020603050405020304"/>
                    </a:endParaRPr>
                  </a:p>
                </p:txBody>
              </p:sp>
              <p:sp>
                <p:nvSpPr>
                  <p:cNvPr id="303" name="椭圆 232"/>
                  <p:cNvSpPr/>
                  <p:nvPr/>
                </p:nvSpPr>
                <p:spPr>
                  <a:xfrm>
                    <a:off x="11275" y="5705"/>
                    <a:ext cx="1020" cy="1020"/>
                  </a:xfrm>
                  <a:prstGeom prst="ellipse">
                    <a:avLst/>
                  </a:prstGeom>
                  <a:solidFill>
                    <a:srgbClr val="00B0F0"/>
                  </a:solidFill>
                  <a:ln>
                    <a:noFill/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vert="horz" lIns="0" tIns="0" rIns="0" bIns="0" rtlCol="0" anchor="ctr"/>
                  <a:lstStyle/>
                  <a:p>
                    <a:pPr algn="ctr" defTabSz="914400" fontAlgn="base"/>
                    <a:r>
                      <a:rPr lang="zh-CN" altLang="en-US" sz="133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/>
                        <a:sym typeface="Times New Roman" panose="02020603050405020304"/>
                      </a:rPr>
                      <a:t>付款</a:t>
                    </a:r>
                    <a:endParaRPr lang="en-US" altLang="zh-CN" sz="1335" kern="0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Times New Roman" panose="02020603050405020304"/>
                    </a:endParaRPr>
                  </a:p>
                </p:txBody>
              </p:sp>
            </p:grpSp>
          </p:grpSp>
          <p:grpSp>
            <p:nvGrpSpPr>
              <p:cNvPr id="18" name="组合 17"/>
              <p:cNvGrpSpPr/>
              <p:nvPr/>
            </p:nvGrpSpPr>
            <p:grpSpPr>
              <a:xfrm>
                <a:off x="5557" y="7424"/>
                <a:ext cx="8067" cy="2699"/>
                <a:chOff x="5253" y="7253"/>
                <a:chExt cx="8067" cy="2699"/>
              </a:xfrm>
            </p:grpSpPr>
            <p:sp>
              <p:nvSpPr>
                <p:cNvPr id="9" name="矩形 49"/>
                <p:cNvSpPr/>
                <p:nvPr/>
              </p:nvSpPr>
              <p:spPr>
                <a:xfrm>
                  <a:off x="5253" y="7253"/>
                  <a:ext cx="8067" cy="2699"/>
                </a:xfrm>
                <a:prstGeom prst="rect">
                  <a:avLst/>
                </a:prstGeom>
                <a:solidFill>
                  <a:srgbClr val="00B0F0">
                    <a:alpha val="48000"/>
                  </a:srgb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162489" tIns="81244" rIns="162489" bIns="81244" rtlCol="0" anchor="t"/>
                <a:lstStyle/>
                <a:p>
                  <a:pPr defTabSz="914400" fontAlgn="base"/>
                  <a:endParaRPr lang="zh-CN" altLang="en-US" sz="2535" b="1" kern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 Bold" panose="020B0604020202090204"/>
                    <a:sym typeface="Times New Roman" panose="02020603050405020304"/>
                  </a:endParaRPr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>
                  <a:off x="5548" y="7575"/>
                  <a:ext cx="7435" cy="2121"/>
                </a:xfrm>
                <a:prstGeom prst="rect">
                  <a:avLst/>
                </a:prstGeom>
                <a:solidFill>
                  <a:srgbClr val="21C8C8"/>
                </a:solidFill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vertOverflow="overflow" horzOverflow="overflow" vert="horz" wrap="square" lIns="0" tIns="0" rIns="0" bIns="0" numCol="1" spcCol="0" rtlCol="0" fromWordArt="0" anchor="t" anchorCtr="0" forceAA="0" compatLnSpc="1">
                  <a:noAutofit/>
                </a:bodyPr>
                <a:lstStyle/>
                <a:p>
                  <a:pPr algn="ctr" defTabSz="914400" fontAlgn="base">
                    <a:lnSpc>
                      <a:spcPct val="150000"/>
                    </a:lnSpc>
                  </a:pPr>
                  <a:r>
                    <a:rPr lang="zh-CN" altLang="en-US" sz="2665" b="1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  <a:sym typeface="+mn-ea"/>
                    </a:rPr>
                    <a:t>收入合同</a:t>
                  </a:r>
                  <a:r>
                    <a:rPr lang="en-US" altLang="zh-CN" sz="2665" b="1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  <a:sym typeface="+mn-ea"/>
                    </a:rPr>
                    <a:t>+</a:t>
                  </a:r>
                  <a:r>
                    <a:rPr lang="zh-CN" altLang="en-US" sz="2665" b="1">
                      <a:solidFill>
                        <a:srgbClr val="FFFFFF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Arial" panose="020B0604020202020204"/>
                      <a:sym typeface="+mn-ea"/>
                    </a:rPr>
                    <a:t>支出合同</a:t>
                  </a:r>
                </a:p>
              </p:txBody>
            </p:sp>
          </p:grpSp>
        </p:grpSp>
        <p:sp>
          <p:nvSpPr>
            <p:cNvPr id="13" name="矩形 12"/>
            <p:cNvSpPr/>
            <p:nvPr/>
          </p:nvSpPr>
          <p:spPr>
            <a:xfrm>
              <a:off x="6812" y="5427"/>
              <a:ext cx="1394" cy="388"/>
            </a:xfrm>
            <a:prstGeom prst="rect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62556" tIns="81277" rIns="162556" bIns="81277" rtlCol="0" anchor="ctr"/>
            <a:lstStyle/>
            <a:p>
              <a:pPr algn="ctr" defTabSz="914400"/>
              <a:r>
                <a:rPr lang="zh-CN" altLang="en-US" sz="1065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智能分析预警</a:t>
              </a:r>
              <a:endParaRPr kumimoji="1" lang="zh-CN" altLang="en-US" sz="10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98145" y="1053465"/>
            <a:ext cx="11348720" cy="1071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合同管理：收入合同（对甲合同），支出合同（对乙合同）；</a:t>
            </a: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合同类别：对合同进行分类，如销售合同、服务合同、劳务合同、租赁合同、设计合同等；</a:t>
            </a: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客户、项目、合同、合同类别：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者建立对应关系，支持一个客户多个项目，一个项目签订多个不同类型合同，系统自动实时出具合同台账；</a:t>
            </a:r>
          </a:p>
          <a:p>
            <a:pPr marL="285750" lvl="0" indent="-285750" algn="l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项目进度款结算：</a:t>
            </a: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支持按项目阶段和时间2种收/付款方式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23765" y="6361430"/>
            <a:ext cx="3298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对甲合同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（对乙合同）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98145" y="210820"/>
            <a:ext cx="3206115" cy="469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ctr" anchorCtr="0" compatLnSpc="1">
            <a:noAutofit/>
          </a:bodyPr>
          <a:lstStyle>
            <a:lvl1pPr algn="l" defTabSz="6096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sym typeface="+mn-ea"/>
              </a:rPr>
              <a:t>收入合同列表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-635" y="1140460"/>
            <a:ext cx="12192000" cy="559308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3"/>
            </p:custDataLst>
          </p:nvPr>
        </p:nvSpPr>
        <p:spPr>
          <a:xfrm>
            <a:off x="306070" y="1644650"/>
            <a:ext cx="9735185" cy="499999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标题 11"/>
          <p:cNvSpPr>
            <a:spLocks noGrp="1"/>
          </p:cNvSpPr>
          <p:nvPr>
            <p:ph type="title"/>
          </p:nvPr>
        </p:nvSpPr>
        <p:spPr>
          <a:xfrm>
            <a:off x="2164715" y="671195"/>
            <a:ext cx="6617970" cy="469265"/>
          </a:xfrm>
        </p:spPr>
        <p:txBody>
          <a:bodyPr anchor="ctr"/>
          <a:lstStyle/>
          <a:p>
            <a:pPr algn="dist"/>
            <a:r>
              <a:rPr lang="zh-CN" altLang="en-US" sz="2000" dirty="0">
                <a:solidFill>
                  <a:srgbClr val="FFC000"/>
                </a:solidFill>
                <a:sym typeface="+mn-ea"/>
              </a:rPr>
              <a:t>合同列表：合同执行数据清晰明了</a:t>
            </a:r>
            <a:endParaRPr lang="zh-CN" altLang="en-US" sz="20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77825" y="1706880"/>
            <a:ext cx="9599295" cy="4872355"/>
          </a:xfrm>
          <a:prstGeom prst="rect">
            <a:avLst/>
          </a:prstGeom>
        </p:spPr>
      </p:pic>
      <p:sp>
        <p:nvSpPr>
          <p:cNvPr id="26" name="圆角矩形标注 25"/>
          <p:cNvSpPr/>
          <p:nvPr>
            <p:custDataLst>
              <p:tags r:id="rId5"/>
            </p:custDataLst>
          </p:nvPr>
        </p:nvSpPr>
        <p:spPr>
          <a:xfrm>
            <a:off x="400685" y="1255395"/>
            <a:ext cx="62484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哪个客户</a:t>
            </a:r>
          </a:p>
        </p:txBody>
      </p:sp>
      <p:sp>
        <p:nvSpPr>
          <p:cNvPr id="28" name="圆角矩形标注 27"/>
          <p:cNvSpPr/>
          <p:nvPr>
            <p:custDataLst>
              <p:tags r:id="rId6"/>
            </p:custDataLst>
          </p:nvPr>
        </p:nvSpPr>
        <p:spPr>
          <a:xfrm>
            <a:off x="1106170" y="1255395"/>
            <a:ext cx="63436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哪个项目</a:t>
            </a:r>
          </a:p>
        </p:txBody>
      </p:sp>
      <p:sp>
        <p:nvSpPr>
          <p:cNvPr id="32" name="圆角矩形标注 31"/>
          <p:cNvSpPr/>
          <p:nvPr>
            <p:custDataLst>
              <p:tags r:id="rId7"/>
            </p:custDataLst>
          </p:nvPr>
        </p:nvSpPr>
        <p:spPr>
          <a:xfrm>
            <a:off x="1796415" y="1255395"/>
            <a:ext cx="82804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签了什么合同</a:t>
            </a:r>
          </a:p>
        </p:txBody>
      </p:sp>
      <p:sp>
        <p:nvSpPr>
          <p:cNvPr id="33" name="圆角矩形标注 32"/>
          <p:cNvSpPr/>
          <p:nvPr>
            <p:custDataLst>
              <p:tags r:id="rId8"/>
            </p:custDataLst>
          </p:nvPr>
        </p:nvSpPr>
        <p:spPr>
          <a:xfrm>
            <a:off x="2658745" y="1255395"/>
            <a:ext cx="176022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对应的部门、项目经理、业务员等</a:t>
            </a:r>
          </a:p>
        </p:txBody>
      </p:sp>
      <p:sp>
        <p:nvSpPr>
          <p:cNvPr id="34" name="圆角矩形标注 33"/>
          <p:cNvSpPr/>
          <p:nvPr>
            <p:custDataLst>
              <p:tags r:id="rId9"/>
            </p:custDataLst>
          </p:nvPr>
        </p:nvSpPr>
        <p:spPr>
          <a:xfrm>
            <a:off x="4510405" y="1255395"/>
            <a:ext cx="62674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合同金额</a:t>
            </a:r>
          </a:p>
        </p:txBody>
      </p:sp>
      <p:sp>
        <p:nvSpPr>
          <p:cNvPr id="35" name="圆角矩形标注 34"/>
          <p:cNvSpPr/>
          <p:nvPr>
            <p:custDataLst>
              <p:tags r:id="rId10"/>
            </p:custDataLst>
          </p:nvPr>
        </p:nvSpPr>
        <p:spPr>
          <a:xfrm>
            <a:off x="5184140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变更金额</a:t>
            </a:r>
          </a:p>
        </p:txBody>
      </p:sp>
      <p:sp>
        <p:nvSpPr>
          <p:cNvPr id="36" name="圆角矩形标注 35"/>
          <p:cNvSpPr/>
          <p:nvPr>
            <p:custDataLst>
              <p:tags r:id="rId11"/>
            </p:custDataLst>
          </p:nvPr>
        </p:nvSpPr>
        <p:spPr>
          <a:xfrm>
            <a:off x="5848985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核定金额</a:t>
            </a:r>
          </a:p>
        </p:txBody>
      </p:sp>
      <p:sp>
        <p:nvSpPr>
          <p:cNvPr id="37" name="圆角矩形标注 36"/>
          <p:cNvSpPr/>
          <p:nvPr>
            <p:custDataLst>
              <p:tags r:id="rId12"/>
            </p:custDataLst>
          </p:nvPr>
        </p:nvSpPr>
        <p:spPr>
          <a:xfrm>
            <a:off x="7298055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收款情况</a:t>
            </a:r>
          </a:p>
        </p:txBody>
      </p:sp>
      <p:sp>
        <p:nvSpPr>
          <p:cNvPr id="38" name="圆角矩形标注 37"/>
          <p:cNvSpPr/>
          <p:nvPr>
            <p:custDataLst>
              <p:tags r:id="rId13"/>
            </p:custDataLst>
          </p:nvPr>
        </p:nvSpPr>
        <p:spPr>
          <a:xfrm>
            <a:off x="8372475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开票情况</a:t>
            </a:r>
          </a:p>
        </p:txBody>
      </p:sp>
      <p:sp>
        <p:nvSpPr>
          <p:cNvPr id="39" name="圆角矩形标注 38"/>
          <p:cNvSpPr/>
          <p:nvPr>
            <p:custDataLst>
              <p:tags r:id="rId14"/>
            </p:custDataLst>
          </p:nvPr>
        </p:nvSpPr>
        <p:spPr>
          <a:xfrm>
            <a:off x="9377045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其他数据</a:t>
            </a:r>
          </a:p>
        </p:txBody>
      </p:sp>
      <p:sp>
        <p:nvSpPr>
          <p:cNvPr id="40" name="圆角矩形标注 39"/>
          <p:cNvSpPr/>
          <p:nvPr>
            <p:custDataLst>
              <p:tags r:id="rId15"/>
            </p:custDataLst>
          </p:nvPr>
        </p:nvSpPr>
        <p:spPr>
          <a:xfrm>
            <a:off x="6507480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结算金额</a:t>
            </a:r>
          </a:p>
        </p:txBody>
      </p:sp>
      <p:sp>
        <p:nvSpPr>
          <p:cNvPr id="41" name="文本框 40"/>
          <p:cNvSpPr txBox="1"/>
          <p:nvPr>
            <p:custDataLst>
              <p:tags r:id="rId16"/>
            </p:custDataLst>
          </p:nvPr>
        </p:nvSpPr>
        <p:spPr>
          <a:xfrm>
            <a:off x="10172700" y="1922145"/>
            <a:ext cx="1961515" cy="3479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、支持引入、引出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、支持按照个人习惯进行个性化显示设置：</a:t>
            </a:r>
          </a:p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支持数据显示、隐藏</a:t>
            </a:r>
          </a:p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支持调整数据先后顺序</a:t>
            </a: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支持数据冻结、解冻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、支持穿透查询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、支持按照一定维度筛选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、支持自定义查询方案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140460"/>
            <a:ext cx="12192000" cy="559308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306070" y="1644650"/>
            <a:ext cx="9735185" cy="499999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2164715" y="671195"/>
            <a:ext cx="6617970" cy="469265"/>
          </a:xfrm>
        </p:spPr>
        <p:txBody>
          <a:bodyPr anchor="ctr"/>
          <a:lstStyle/>
          <a:p>
            <a:pPr algn="dist"/>
            <a:r>
              <a:rPr lang="zh-CN" altLang="en-US" sz="2000" dirty="0">
                <a:solidFill>
                  <a:srgbClr val="FFC000"/>
                </a:solidFill>
                <a:sym typeface="+mn-ea"/>
              </a:rPr>
              <a:t>合同列表：合同执行数据清晰明了</a:t>
            </a:r>
            <a:endParaRPr lang="zh-CN" altLang="en-US" sz="20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圆角矩形标注 28"/>
          <p:cNvSpPr/>
          <p:nvPr>
            <p:custDataLst>
              <p:tags r:id="rId3"/>
            </p:custDataLst>
          </p:nvPr>
        </p:nvSpPr>
        <p:spPr>
          <a:xfrm>
            <a:off x="400685" y="1255395"/>
            <a:ext cx="62484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哪个项目</a:t>
            </a:r>
          </a:p>
        </p:txBody>
      </p:sp>
      <p:sp>
        <p:nvSpPr>
          <p:cNvPr id="15" name="圆角矩形标注 14"/>
          <p:cNvSpPr/>
          <p:nvPr>
            <p:custDataLst>
              <p:tags r:id="rId4"/>
            </p:custDataLst>
          </p:nvPr>
        </p:nvSpPr>
        <p:spPr>
          <a:xfrm>
            <a:off x="1109345" y="1255395"/>
            <a:ext cx="52006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和谁</a:t>
            </a:r>
          </a:p>
        </p:txBody>
      </p:sp>
      <p:sp>
        <p:nvSpPr>
          <p:cNvPr id="16" name="圆角矩形标注 15"/>
          <p:cNvSpPr/>
          <p:nvPr>
            <p:custDataLst>
              <p:tags r:id="rId5"/>
            </p:custDataLst>
          </p:nvPr>
        </p:nvSpPr>
        <p:spPr>
          <a:xfrm>
            <a:off x="1692910" y="1255395"/>
            <a:ext cx="64389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签了哪类</a:t>
            </a:r>
            <a:endParaRPr lang="en-US" altLang="zh-CN" sz="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标注 16"/>
          <p:cNvSpPr/>
          <p:nvPr>
            <p:custDataLst>
              <p:tags r:id="rId6"/>
            </p:custDataLst>
          </p:nvPr>
        </p:nvSpPr>
        <p:spPr>
          <a:xfrm>
            <a:off x="3112135" y="1255395"/>
            <a:ext cx="73787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对应的部门、项目经理等</a:t>
            </a:r>
          </a:p>
        </p:txBody>
      </p:sp>
      <p:sp>
        <p:nvSpPr>
          <p:cNvPr id="18" name="圆角矩形标注 17"/>
          <p:cNvSpPr/>
          <p:nvPr>
            <p:custDataLst>
              <p:tags r:id="rId7"/>
            </p:custDataLst>
          </p:nvPr>
        </p:nvSpPr>
        <p:spPr>
          <a:xfrm>
            <a:off x="3967480" y="1255395"/>
            <a:ext cx="91249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合同维度金额</a:t>
            </a:r>
          </a:p>
        </p:txBody>
      </p:sp>
      <p:sp>
        <p:nvSpPr>
          <p:cNvPr id="22" name="圆角矩形标注 21"/>
          <p:cNvSpPr/>
          <p:nvPr>
            <p:custDataLst>
              <p:tags r:id="rId8"/>
            </p:custDataLst>
          </p:nvPr>
        </p:nvSpPr>
        <p:spPr>
          <a:xfrm>
            <a:off x="8460105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付款情况</a:t>
            </a:r>
          </a:p>
        </p:txBody>
      </p:sp>
      <p:sp>
        <p:nvSpPr>
          <p:cNvPr id="23" name="圆角矩形标注 22"/>
          <p:cNvSpPr/>
          <p:nvPr>
            <p:custDataLst>
              <p:tags r:id="rId9"/>
            </p:custDataLst>
          </p:nvPr>
        </p:nvSpPr>
        <p:spPr>
          <a:xfrm>
            <a:off x="7033260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收票情况</a:t>
            </a:r>
          </a:p>
        </p:txBody>
      </p:sp>
      <p:sp>
        <p:nvSpPr>
          <p:cNvPr id="24" name="圆角矩形标注 23"/>
          <p:cNvSpPr/>
          <p:nvPr>
            <p:custDataLst>
              <p:tags r:id="rId10"/>
            </p:custDataLst>
          </p:nvPr>
        </p:nvSpPr>
        <p:spPr>
          <a:xfrm>
            <a:off x="9377045" y="1255395"/>
            <a:ext cx="61912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其他数据</a:t>
            </a:r>
          </a:p>
        </p:txBody>
      </p:sp>
      <p:sp>
        <p:nvSpPr>
          <p:cNvPr id="27" name="圆角矩形标注 26"/>
          <p:cNvSpPr/>
          <p:nvPr>
            <p:custDataLst>
              <p:tags r:id="rId11"/>
            </p:custDataLst>
          </p:nvPr>
        </p:nvSpPr>
        <p:spPr>
          <a:xfrm>
            <a:off x="5090795" y="1255395"/>
            <a:ext cx="81661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确认成本金额</a:t>
            </a:r>
          </a:p>
        </p:txBody>
      </p:sp>
      <p:sp>
        <p:nvSpPr>
          <p:cNvPr id="30" name="文本框 29"/>
          <p:cNvSpPr txBox="1"/>
          <p:nvPr>
            <p:custDataLst>
              <p:tags r:id="rId12"/>
            </p:custDataLst>
          </p:nvPr>
        </p:nvSpPr>
        <p:spPr>
          <a:xfrm>
            <a:off x="10172700" y="1922145"/>
            <a:ext cx="1961515" cy="3479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、支持引入、引出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、支持按照个人习惯进行个性化显示设置：</a:t>
            </a:r>
          </a:p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支持数据显示、隐藏</a:t>
            </a:r>
          </a:p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支持调整数据先后顺序</a:t>
            </a: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支持数据冻结、解冻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、支持穿透查询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、支持按照一定维度筛选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、支持自定义查询方案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zh-CN" altLang="en-US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标题 11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98145" y="210820"/>
            <a:ext cx="3206115" cy="4692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ctr" anchorCtr="0" compatLnSpc="1">
            <a:noAutofit/>
          </a:bodyPr>
          <a:lstStyle>
            <a:lvl1pPr algn="l" defTabSz="6096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sym typeface="+mn-ea"/>
              </a:rPr>
              <a:t>支出合同列表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27660" y="1791335"/>
            <a:ext cx="9682480" cy="4725035"/>
          </a:xfrm>
          <a:prstGeom prst="rect">
            <a:avLst/>
          </a:prstGeom>
        </p:spPr>
      </p:pic>
      <p:sp>
        <p:nvSpPr>
          <p:cNvPr id="7" name="圆角矩形标注 6"/>
          <p:cNvSpPr/>
          <p:nvPr>
            <p:custDataLst>
              <p:tags r:id="rId15"/>
            </p:custDataLst>
          </p:nvPr>
        </p:nvSpPr>
        <p:spPr>
          <a:xfrm>
            <a:off x="2415540" y="1255395"/>
            <a:ext cx="65595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什么合同</a:t>
            </a:r>
          </a:p>
        </p:txBody>
      </p:sp>
      <p:sp>
        <p:nvSpPr>
          <p:cNvPr id="8" name="圆角矩形标注 7"/>
          <p:cNvSpPr/>
          <p:nvPr>
            <p:custDataLst>
              <p:tags r:id="rId16"/>
            </p:custDataLst>
          </p:nvPr>
        </p:nvSpPr>
        <p:spPr>
          <a:xfrm>
            <a:off x="5967095" y="1255395"/>
            <a:ext cx="81661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申请付款金额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357630"/>
            <a:ext cx="12192000" cy="537591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2141855" cy="469265"/>
          </a:xfrm>
        </p:spPr>
        <p:txBody>
          <a:bodyPr anchor="ctr"/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合同报表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6125210" y="2604770"/>
            <a:ext cx="5721985" cy="3636645"/>
            <a:chOff x="13106" y="5955"/>
            <a:chExt cx="5696" cy="3698"/>
          </a:xfrm>
        </p:grpSpPr>
        <p:sp>
          <p:nvSpPr>
            <p:cNvPr id="2" name="圆角矩形 1"/>
            <p:cNvSpPr/>
            <p:nvPr>
              <p:custDataLst>
                <p:tags r:id="rId7"/>
              </p:custDataLst>
            </p:nvPr>
          </p:nvSpPr>
          <p:spPr>
            <a:xfrm>
              <a:off x="13106" y="5955"/>
              <a:ext cx="5696" cy="3698"/>
            </a:xfrm>
            <a:prstGeom prst="roundRect">
              <a:avLst>
                <a:gd name="adj" fmla="val 1311"/>
              </a:avLst>
            </a:prstGeom>
            <a:solidFill>
              <a:schemeClr val="bg1"/>
            </a:solidFill>
            <a:ln>
              <a:solidFill>
                <a:srgbClr val="1771E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3151" y="6174"/>
              <a:ext cx="5595" cy="3305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398145" y="456565"/>
            <a:ext cx="11054715" cy="70675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sz="2000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全面的合同执行报表，</a:t>
            </a:r>
            <a:r>
              <a:rPr lang="zh-CN" sz="2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实时掌握合同财务与进度状况     </a:t>
            </a:r>
            <a:r>
              <a:rPr lang="en-US" altLang="zh-CN" sz="2000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endParaRPr lang="zh-CN" sz="20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04495" y="2604135"/>
            <a:ext cx="5603240" cy="3637280"/>
            <a:chOff x="4102" y="4547"/>
            <a:chExt cx="8824" cy="5728"/>
          </a:xfrm>
        </p:grpSpPr>
        <p:sp>
          <p:nvSpPr>
            <p:cNvPr id="19" name="圆角矩形 18"/>
            <p:cNvSpPr/>
            <p:nvPr>
              <p:custDataLst>
                <p:tags r:id="rId5"/>
              </p:custDataLst>
            </p:nvPr>
          </p:nvSpPr>
          <p:spPr>
            <a:xfrm>
              <a:off x="4102" y="4547"/>
              <a:ext cx="8824" cy="5728"/>
            </a:xfrm>
            <a:prstGeom prst="roundRect">
              <a:avLst>
                <a:gd name="adj" fmla="val 1311"/>
              </a:avLst>
            </a:prstGeom>
            <a:solidFill>
              <a:schemeClr val="bg1"/>
            </a:solidFill>
            <a:ln>
              <a:solidFill>
                <a:srgbClr val="1771E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4116" y="4830"/>
              <a:ext cx="8765" cy="5162"/>
            </a:xfrm>
            <a:prstGeom prst="rect">
              <a:avLst/>
            </a:prstGeom>
          </p:spPr>
        </p:pic>
      </p:grpSp>
      <p:sp>
        <p:nvSpPr>
          <p:cNvPr id="6" name="圆角矩形标注 5"/>
          <p:cNvSpPr/>
          <p:nvPr>
            <p:custDataLst>
              <p:tags r:id="rId3"/>
            </p:custDataLst>
          </p:nvPr>
        </p:nvSpPr>
        <p:spPr>
          <a:xfrm>
            <a:off x="7933055" y="2091690"/>
            <a:ext cx="1821815" cy="37592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合同收款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合同付款预警表</a:t>
            </a:r>
          </a:p>
        </p:txBody>
      </p:sp>
      <p:sp>
        <p:nvSpPr>
          <p:cNvPr id="3" name="圆角矩形标注 2"/>
          <p:cNvSpPr/>
          <p:nvPr>
            <p:custDataLst>
              <p:tags r:id="rId4"/>
            </p:custDataLst>
          </p:nvPr>
        </p:nvSpPr>
        <p:spPr>
          <a:xfrm>
            <a:off x="2285365" y="2091690"/>
            <a:ext cx="1821815" cy="37592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合同收款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合同付款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统计表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ym typeface="+mn-ea"/>
              </a:rPr>
              <a:t>4.</a:t>
            </a:r>
            <a:r>
              <a:rPr lang="zh-CN" altLang="en-US" sz="2800" dirty="0">
                <a:sym typeface="+mn-ea"/>
              </a:rPr>
              <a:t>项目物资：</a:t>
            </a:r>
            <a:r>
              <a:rPr lang="zh-CN" altLang="en-US" sz="2800" dirty="0">
                <a:solidFill>
                  <a:srgbClr val="FFC000"/>
                </a:solidFill>
                <a:sym typeface="+mn-ea"/>
              </a:rPr>
              <a:t>材料的全流程管控</a:t>
            </a:r>
            <a:endParaRPr lang="zh-CN" altLang="en-US" sz="2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922145" y="3128010"/>
            <a:ext cx="1920875" cy="1399540"/>
            <a:chOff x="1250" y="3484"/>
            <a:chExt cx="1900" cy="1384"/>
          </a:xfrm>
        </p:grpSpPr>
        <p:sp>
          <p:nvSpPr>
            <p:cNvPr id="28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FED865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9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9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9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709930">
                <a:spcAft>
                  <a:spcPct val="35000"/>
                </a:spcAft>
              </a:pPr>
              <a:r>
                <a:rPr lang="zh-CN" altLang="en-US" sz="1000" b="1" dirty="0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项目上提</a:t>
              </a:r>
            </a:p>
            <a:p>
              <a:pPr algn="ctr" defTabSz="709930">
                <a:spcAft>
                  <a:spcPct val="35000"/>
                </a:spcAft>
              </a:pPr>
              <a:r>
                <a:rPr lang="zh-CN" altLang="en-US" b="1" dirty="0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采购申请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232785" y="2394585"/>
            <a:ext cx="1920875" cy="1399540"/>
            <a:chOff x="1250" y="3484"/>
            <a:chExt cx="1900" cy="1384"/>
          </a:xfrm>
        </p:grpSpPr>
        <p:sp>
          <p:nvSpPr>
            <p:cNvPr id="31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5C0FA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采购部</a:t>
              </a:r>
              <a:r>
                <a:rPr lang="en-US" altLang="zh-CN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-A</a:t>
              </a:r>
              <a:r>
                <a:rPr lang="zh-CN" altLang="en-US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供应商</a:t>
              </a:r>
            </a:p>
            <a:p>
              <a:pPr algn="ctr" defTabSz="1064260"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采购订单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232785" y="3846195"/>
            <a:ext cx="1920875" cy="1399540"/>
            <a:chOff x="1250" y="3484"/>
            <a:chExt cx="1900" cy="1384"/>
          </a:xfrm>
        </p:grpSpPr>
        <p:sp>
          <p:nvSpPr>
            <p:cNvPr id="35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5C0FA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采购部</a:t>
              </a:r>
              <a:r>
                <a:rPr lang="en-US" altLang="zh-CN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-B</a:t>
              </a:r>
              <a:r>
                <a:rPr lang="zh-CN" altLang="en-US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供应商</a:t>
              </a:r>
            </a:p>
            <a:p>
              <a:pPr algn="ctr" defTabSz="1064260"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采购订单</a:t>
              </a: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3232785" y="5304155"/>
            <a:ext cx="1920875" cy="1399540"/>
            <a:chOff x="1250" y="3508"/>
            <a:chExt cx="1900" cy="1384"/>
          </a:xfrm>
        </p:grpSpPr>
        <p:sp>
          <p:nvSpPr>
            <p:cNvPr id="38" name="任意形状 34"/>
            <p:cNvSpPr/>
            <p:nvPr/>
          </p:nvSpPr>
          <p:spPr>
            <a:xfrm>
              <a:off x="1402" y="3508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5C0FA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采购部</a:t>
              </a:r>
              <a:r>
                <a:rPr lang="en-US" altLang="zh-CN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-C</a:t>
              </a:r>
              <a:r>
                <a:rPr lang="zh-CN" altLang="en-US" sz="1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供应商</a:t>
              </a:r>
            </a:p>
            <a:p>
              <a:pPr algn="ctr" defTabSz="1064260"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采购订单</a:t>
              </a:r>
            </a:p>
            <a:p>
              <a:pPr algn="ctr" defTabSz="709930">
                <a:spcAft>
                  <a:spcPct val="35000"/>
                </a:spcAft>
              </a:pPr>
              <a:endPara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547870" y="3128010"/>
            <a:ext cx="1920875" cy="1399540"/>
            <a:chOff x="1250" y="3484"/>
            <a:chExt cx="1900" cy="1384"/>
          </a:xfrm>
        </p:grpSpPr>
        <p:sp>
          <p:nvSpPr>
            <p:cNvPr id="46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FED865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709930">
                <a:spcAft>
                  <a:spcPct val="35000"/>
                </a:spcAft>
              </a:pPr>
              <a:r>
                <a:rPr lang="zh-CN" altLang="en-US" sz="1000" b="1" dirty="0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仓管</a:t>
              </a:r>
              <a:endParaRPr lang="zh-CN" altLang="en-US" b="1" dirty="0">
                <a:solidFill>
                  <a:srgbClr val="2B66F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algn="ctr" defTabSz="709930">
                <a:spcAft>
                  <a:spcPct val="35000"/>
                </a:spcAft>
              </a:pPr>
              <a:r>
                <a:rPr lang="zh-CN" altLang="en-US" b="1" dirty="0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入库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859145" y="2394585"/>
            <a:ext cx="1920875" cy="1399540"/>
            <a:chOff x="1250" y="3484"/>
            <a:chExt cx="1900" cy="1384"/>
          </a:xfrm>
        </p:grpSpPr>
        <p:sp>
          <p:nvSpPr>
            <p:cNvPr id="3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4BFBE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1000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</a:t>
              </a:r>
              <a:r>
                <a:rPr lang="en-US" altLang="zh-CN" sz="1000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</a:t>
              </a:r>
            </a:p>
            <a:p>
              <a:pPr algn="ctr" defTabSz="1064260">
                <a:spcAft>
                  <a:spcPct val="35000"/>
                </a:spcAft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项目领用</a:t>
              </a: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859145" y="3846195"/>
            <a:ext cx="1920875" cy="1399540"/>
            <a:chOff x="1250" y="3484"/>
            <a:chExt cx="1900" cy="1384"/>
          </a:xfrm>
        </p:grpSpPr>
        <p:sp>
          <p:nvSpPr>
            <p:cNvPr id="55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4BFBF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6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6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6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1000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</a:t>
              </a:r>
              <a:r>
                <a:rPr lang="en-US" altLang="zh-CN" sz="1000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2</a:t>
              </a:r>
            </a:p>
            <a:p>
              <a:pPr algn="ctr" defTabSz="1064260">
                <a:spcAft>
                  <a:spcPct val="35000"/>
                </a:spcAft>
              </a:pPr>
              <a:r>
                <a:rPr lang="zh-CN" altLang="en-US" b="1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项目领用</a:t>
              </a:r>
              <a:endPara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177405" y="3122930"/>
            <a:ext cx="1920875" cy="1399540"/>
            <a:chOff x="1250" y="3484"/>
            <a:chExt cx="1900" cy="1384"/>
          </a:xfrm>
        </p:grpSpPr>
        <p:sp>
          <p:nvSpPr>
            <p:cNvPr id="58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FED865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7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标题 5"/>
            <p:cNvSpPr>
              <a:spLocks noGrp="1"/>
            </p:cNvSpPr>
            <p:nvPr/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1000" b="1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按项目</a:t>
              </a:r>
            </a:p>
            <a:p>
              <a:pPr algn="ctr" defTabSz="1064260">
                <a:spcAft>
                  <a:spcPct val="35000"/>
                </a:spcAft>
              </a:pPr>
              <a:r>
                <a:rPr lang="zh-CN" altLang="en-US" b="1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成本归集</a:t>
              </a:r>
              <a:endParaRPr lang="zh-CN" altLang="en-US" b="1" dirty="0">
                <a:solidFill>
                  <a:srgbClr val="2B66F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811895" y="3122930"/>
            <a:ext cx="1920875" cy="1399540"/>
            <a:chOff x="1250" y="3484"/>
            <a:chExt cx="1900" cy="1384"/>
          </a:xfrm>
        </p:grpSpPr>
        <p:sp>
          <p:nvSpPr>
            <p:cNvPr id="7" name="任意形状 34"/>
            <p:cNvSpPr/>
            <p:nvPr/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FED865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6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6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6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标题 5"/>
            <p:cNvSpPr>
              <a:spLocks noGrp="1"/>
            </p:cNvSpPr>
            <p:nvPr/>
          </p:nvSpPr>
          <p:spPr>
            <a:xfrm>
              <a:off x="1250" y="4031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1064260">
                <a:spcAft>
                  <a:spcPct val="35000"/>
                </a:spcAft>
              </a:pPr>
              <a:r>
                <a:rPr lang="zh-CN" altLang="en-US" sz="1000" b="1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按供应商</a:t>
              </a:r>
            </a:p>
            <a:p>
              <a:pPr algn="ctr" defTabSz="1064260">
                <a:spcAft>
                  <a:spcPct val="35000"/>
                </a:spcAft>
              </a:pPr>
              <a:r>
                <a:rPr lang="zh-CN" altLang="en-US" b="1">
                  <a:solidFill>
                    <a:srgbClr val="2B66F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收票付款</a:t>
              </a:r>
              <a:endParaRPr lang="zh-CN" altLang="en-US" b="1" dirty="0">
                <a:solidFill>
                  <a:srgbClr val="2B66F8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 flipV="1">
            <a:off x="-635" y="918845"/>
            <a:ext cx="12192000" cy="128587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2580" y="1007110"/>
            <a:ext cx="1159954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材料全流程管控：材料预算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项目用料申请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采购部采购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材料入库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项目用料，材料库存、成本核算，供应商结算、收票记录。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采购模式：</a:t>
            </a: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专项采购、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集中采购</a:t>
            </a:r>
            <a:r>
              <a:rPr 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按项目领用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种采购模式</a:t>
            </a: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采购订单 等同于 采购协议或采购合同。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86385" y="3128010"/>
            <a:ext cx="1920875" cy="1399540"/>
            <a:chOff x="1250" y="3484"/>
            <a:chExt cx="1900" cy="1384"/>
          </a:xfrm>
        </p:grpSpPr>
        <p:sp>
          <p:nvSpPr>
            <p:cNvPr id="11" name="任意形状 34"/>
            <p:cNvSpPr/>
            <p:nvPr>
              <p:custDataLst>
                <p:tags r:id="rId2"/>
              </p:custDataLst>
            </p:nvPr>
          </p:nvSpPr>
          <p:spPr>
            <a:xfrm>
              <a:off x="1402" y="3484"/>
              <a:ext cx="1597" cy="1384"/>
            </a:xfrm>
            <a:custGeom>
              <a:avLst/>
              <a:gdLst>
                <a:gd name="connsiteX0" fmla="*/ 0 w 688621"/>
                <a:gd name="connsiteY0" fmla="*/ 295654 h 591308"/>
                <a:gd name="connsiteX1" fmla="*/ 147827 w 688621"/>
                <a:gd name="connsiteY1" fmla="*/ 0 h 591308"/>
                <a:gd name="connsiteX2" fmla="*/ 540794 w 688621"/>
                <a:gd name="connsiteY2" fmla="*/ 0 h 591308"/>
                <a:gd name="connsiteX3" fmla="*/ 688621 w 688621"/>
                <a:gd name="connsiteY3" fmla="*/ 295654 h 591308"/>
                <a:gd name="connsiteX4" fmla="*/ 540794 w 688621"/>
                <a:gd name="connsiteY4" fmla="*/ 591308 h 591308"/>
                <a:gd name="connsiteX5" fmla="*/ 147827 w 688621"/>
                <a:gd name="connsiteY5" fmla="*/ 591308 h 591308"/>
                <a:gd name="connsiteX6" fmla="*/ 0 w 688621"/>
                <a:gd name="connsiteY6" fmla="*/ 295654 h 591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21" h="591308">
                  <a:moveTo>
                    <a:pt x="0" y="295654"/>
                  </a:moveTo>
                  <a:lnTo>
                    <a:pt x="147827" y="0"/>
                  </a:lnTo>
                  <a:lnTo>
                    <a:pt x="540794" y="0"/>
                  </a:lnTo>
                  <a:lnTo>
                    <a:pt x="688621" y="295654"/>
                  </a:lnTo>
                  <a:lnTo>
                    <a:pt x="540794" y="591308"/>
                  </a:lnTo>
                  <a:lnTo>
                    <a:pt x="147827" y="591308"/>
                  </a:lnTo>
                  <a:lnTo>
                    <a:pt x="0" y="295654"/>
                  </a:lnTo>
                  <a:close/>
                </a:path>
              </a:pathLst>
            </a:custGeom>
            <a:solidFill>
              <a:srgbClr val="24BEBC"/>
            </a:solidFill>
            <a:ln>
              <a:noFill/>
            </a:ln>
          </p:spPr>
          <p:style>
            <a:lnRef idx="2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lnRef>
            <a:fillRef idx="1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fillRef>
            <a:effectRef idx="0">
              <a:schemeClr val="accent3">
                <a:alpha val="90000"/>
                <a:hueOff val="0"/>
                <a:satOff val="0"/>
                <a:lumOff val="0"/>
                <a:alphaOff val="-15858"/>
              </a:schemeClr>
            </a:effectRef>
            <a:fontRef idx="minor">
              <a:schemeClr val="lt1"/>
            </a:fontRef>
          </p:style>
          <p:txBody>
            <a:bodyPr spcFirstLastPara="0" vert="horz" wrap="square" lIns="106560" tIns="111807" rIns="106560" bIns="111807" numCol="1" spcCol="1270" anchor="ctr" anchorCtr="0">
              <a:noAutofit/>
            </a:bodyPr>
            <a:lstStyle/>
            <a:p>
              <a:pPr algn="ctr" defTabSz="70993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16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标题 5"/>
            <p:cNvSpPr>
              <a:spLocks noGrp="1"/>
            </p:cNvSpPr>
            <p:nvPr>
              <p:custDataLst>
                <p:tags r:id="rId3"/>
              </p:custDataLst>
            </p:nvPr>
          </p:nvSpPr>
          <p:spPr>
            <a:xfrm>
              <a:off x="1250" y="4032"/>
              <a:ext cx="1900" cy="4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1600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 defTabSz="709930">
                <a:spcAft>
                  <a:spcPct val="35000"/>
                </a:spcAft>
              </a:pPr>
              <a:r>
                <a:rPr lang="zh-CN" altLang="en-US" sz="1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成本部</a:t>
              </a:r>
            </a:p>
            <a:p>
              <a:pPr algn="ctr" defTabSz="709930">
                <a:spcAft>
                  <a:spcPct val="3500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材料预算</a:t>
              </a:r>
            </a:p>
          </p:txBody>
        </p:sp>
      </p:grp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447800"/>
            <a:ext cx="12192000" cy="528574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3362325" cy="469265"/>
          </a:xfrm>
        </p:spPr>
        <p:txBody>
          <a:bodyPr anchor="ctr"/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采购入库单列表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398145" y="701675"/>
            <a:ext cx="11054715" cy="55308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sz="2000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全面的材料跟踪报表，</a:t>
            </a:r>
            <a:r>
              <a:rPr lang="zh-CN" sz="2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实时掌握项目材料进度与供应商结算状况</a:t>
            </a:r>
            <a:endParaRPr lang="en-US" altLang="zh-CN" sz="20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19075" y="2407285"/>
            <a:ext cx="11751945" cy="145923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19075" y="4946650"/>
            <a:ext cx="11751945" cy="1429385"/>
          </a:xfrm>
          <a:prstGeom prst="rect">
            <a:avLst/>
          </a:prstGeom>
        </p:spPr>
      </p:pic>
      <p:sp>
        <p:nvSpPr>
          <p:cNvPr id="29" name="圆角矩形标注 28"/>
          <p:cNvSpPr/>
          <p:nvPr>
            <p:custDataLst>
              <p:tags r:id="rId5"/>
            </p:custDataLst>
          </p:nvPr>
        </p:nvSpPr>
        <p:spPr>
          <a:xfrm>
            <a:off x="2272030" y="1998345"/>
            <a:ext cx="88773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哪个供应商</a:t>
            </a:r>
          </a:p>
        </p:txBody>
      </p:sp>
      <p:sp>
        <p:nvSpPr>
          <p:cNvPr id="30" name="圆角矩形标注 29"/>
          <p:cNvSpPr/>
          <p:nvPr>
            <p:custDataLst>
              <p:tags r:id="rId6"/>
            </p:custDataLst>
          </p:nvPr>
        </p:nvSpPr>
        <p:spPr>
          <a:xfrm>
            <a:off x="3237865" y="1998345"/>
            <a:ext cx="135001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向哪几个项目供了货</a:t>
            </a:r>
          </a:p>
        </p:txBody>
      </p:sp>
      <p:sp>
        <p:nvSpPr>
          <p:cNvPr id="31" name="圆角矩形标注 30"/>
          <p:cNvSpPr/>
          <p:nvPr>
            <p:custDataLst>
              <p:tags r:id="rId7"/>
            </p:custDataLst>
          </p:nvPr>
        </p:nvSpPr>
        <p:spPr>
          <a:xfrm>
            <a:off x="4789805" y="1998345"/>
            <a:ext cx="93027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供了什么货</a:t>
            </a:r>
          </a:p>
        </p:txBody>
      </p:sp>
      <p:sp>
        <p:nvSpPr>
          <p:cNvPr id="32" name="圆角矩形标注 31"/>
          <p:cNvSpPr/>
          <p:nvPr>
            <p:custDataLst>
              <p:tags r:id="rId8"/>
            </p:custDataLst>
          </p:nvPr>
        </p:nvSpPr>
        <p:spPr>
          <a:xfrm>
            <a:off x="5922010" y="1998345"/>
            <a:ext cx="789940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成交金额</a:t>
            </a:r>
          </a:p>
        </p:txBody>
      </p:sp>
      <p:sp>
        <p:nvSpPr>
          <p:cNvPr id="33" name="圆角矩形标注 32"/>
          <p:cNvSpPr/>
          <p:nvPr>
            <p:custDataLst>
              <p:tags r:id="rId9"/>
            </p:custDataLst>
          </p:nvPr>
        </p:nvSpPr>
        <p:spPr>
          <a:xfrm>
            <a:off x="6802755" y="1998345"/>
            <a:ext cx="110934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已申请付款金额</a:t>
            </a:r>
          </a:p>
        </p:txBody>
      </p:sp>
      <p:sp>
        <p:nvSpPr>
          <p:cNvPr id="34" name="圆角矩形标注 33"/>
          <p:cNvSpPr/>
          <p:nvPr>
            <p:custDataLst>
              <p:tags r:id="rId10"/>
            </p:custDataLst>
          </p:nvPr>
        </p:nvSpPr>
        <p:spPr>
          <a:xfrm>
            <a:off x="8404225" y="1998345"/>
            <a:ext cx="110934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付款情况</a:t>
            </a:r>
          </a:p>
        </p:txBody>
      </p:sp>
      <p:sp>
        <p:nvSpPr>
          <p:cNvPr id="35" name="圆角矩形标注 34"/>
          <p:cNvSpPr/>
          <p:nvPr>
            <p:custDataLst>
              <p:tags r:id="rId11"/>
            </p:custDataLst>
          </p:nvPr>
        </p:nvSpPr>
        <p:spPr>
          <a:xfrm>
            <a:off x="10259695" y="1998345"/>
            <a:ext cx="110934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开票情况</a:t>
            </a:r>
          </a:p>
        </p:txBody>
      </p:sp>
      <p:sp>
        <p:nvSpPr>
          <p:cNvPr id="36" name="圆角矩形标注 35"/>
          <p:cNvSpPr/>
          <p:nvPr>
            <p:custDataLst>
              <p:tags r:id="rId12"/>
            </p:custDataLst>
          </p:nvPr>
        </p:nvSpPr>
        <p:spPr>
          <a:xfrm>
            <a:off x="1582420" y="4513580"/>
            <a:ext cx="110934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采购订单数据</a:t>
            </a:r>
          </a:p>
        </p:txBody>
      </p:sp>
      <p:sp>
        <p:nvSpPr>
          <p:cNvPr id="38" name="圆角矩形标注 37"/>
          <p:cNvSpPr/>
          <p:nvPr>
            <p:custDataLst>
              <p:tags r:id="rId13"/>
            </p:custDataLst>
          </p:nvPr>
        </p:nvSpPr>
        <p:spPr>
          <a:xfrm>
            <a:off x="4587875" y="4513580"/>
            <a:ext cx="362267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实际入库数据：数量、单价、金额、税率、税额等明细</a:t>
            </a:r>
          </a:p>
        </p:txBody>
      </p:sp>
      <p:sp>
        <p:nvSpPr>
          <p:cNvPr id="39" name="圆角矩形标注 38"/>
          <p:cNvSpPr/>
          <p:nvPr>
            <p:custDataLst>
              <p:tags r:id="rId14"/>
            </p:custDataLst>
          </p:nvPr>
        </p:nvSpPr>
        <p:spPr>
          <a:xfrm>
            <a:off x="9513570" y="4513580"/>
            <a:ext cx="1109345" cy="259715"/>
          </a:xfrm>
          <a:prstGeom prst="wedgeRoundRectCallout">
            <a:avLst>
              <a:gd name="adj1" fmla="val 27398"/>
              <a:gd name="adj2" fmla="val 133687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 defTabSz="913765"/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出库数据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357630"/>
            <a:ext cx="12192000" cy="537591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  <a:sym typeface="+mn-ea"/>
              </a:rPr>
              <a:t>项目物资报表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398145" y="456565"/>
            <a:ext cx="11054715" cy="70675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sz="2000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全面的材料跟踪报表，</a:t>
            </a:r>
            <a:r>
              <a:rPr lang="zh-CN" sz="2000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实时掌握项目材料进度与供应商结算状况     </a:t>
            </a:r>
            <a:r>
              <a:rPr lang="en-US" altLang="zh-CN" sz="2000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</a:t>
            </a:r>
            <a:endParaRPr lang="zh-CN" sz="2000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69240" y="2075180"/>
            <a:ext cx="4629150" cy="3004820"/>
            <a:chOff x="424" y="3268"/>
            <a:chExt cx="7290" cy="4732"/>
          </a:xfrm>
        </p:grpSpPr>
        <p:sp>
          <p:nvSpPr>
            <p:cNvPr id="26" name="圆角矩形 25"/>
            <p:cNvSpPr/>
            <p:nvPr>
              <p:custDataLst>
                <p:tags r:id="rId13"/>
              </p:custDataLst>
            </p:nvPr>
          </p:nvSpPr>
          <p:spPr>
            <a:xfrm>
              <a:off x="424" y="3268"/>
              <a:ext cx="7291" cy="4733"/>
            </a:xfrm>
            <a:prstGeom prst="roundRect">
              <a:avLst>
                <a:gd name="adj" fmla="val 1311"/>
              </a:avLst>
            </a:prstGeom>
            <a:solidFill>
              <a:schemeClr val="bg1"/>
            </a:solidFill>
            <a:ln>
              <a:solidFill>
                <a:srgbClr val="1771E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519" y="3526"/>
              <a:ext cx="7116" cy="4273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6336665" y="2470150"/>
            <a:ext cx="4853940" cy="3150870"/>
            <a:chOff x="9979" y="3890"/>
            <a:chExt cx="7644" cy="4962"/>
          </a:xfrm>
        </p:grpSpPr>
        <p:sp>
          <p:nvSpPr>
            <p:cNvPr id="7" name="圆角矩形 6"/>
            <p:cNvSpPr/>
            <p:nvPr>
              <p:custDataLst>
                <p:tags r:id="rId11"/>
              </p:custDataLst>
            </p:nvPr>
          </p:nvSpPr>
          <p:spPr>
            <a:xfrm>
              <a:off x="9979" y="3890"/>
              <a:ext cx="7644" cy="4962"/>
            </a:xfrm>
            <a:prstGeom prst="roundRect">
              <a:avLst>
                <a:gd name="adj" fmla="val 1311"/>
              </a:avLst>
            </a:prstGeom>
            <a:solidFill>
              <a:schemeClr val="bg1"/>
            </a:solidFill>
            <a:ln>
              <a:solidFill>
                <a:srgbClr val="1771E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" name="图片 15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0005" y="4124"/>
              <a:ext cx="7618" cy="4516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1623695" y="2970530"/>
            <a:ext cx="5510530" cy="3577590"/>
            <a:chOff x="2557" y="4678"/>
            <a:chExt cx="8678" cy="5634"/>
          </a:xfrm>
        </p:grpSpPr>
        <p:sp>
          <p:nvSpPr>
            <p:cNvPr id="19" name="圆角矩形 18"/>
            <p:cNvSpPr/>
            <p:nvPr>
              <p:custDataLst>
                <p:tags r:id="rId9"/>
              </p:custDataLst>
            </p:nvPr>
          </p:nvSpPr>
          <p:spPr>
            <a:xfrm>
              <a:off x="2557" y="4678"/>
              <a:ext cx="8679" cy="5634"/>
            </a:xfrm>
            <a:prstGeom prst="roundRect">
              <a:avLst>
                <a:gd name="adj" fmla="val 1311"/>
              </a:avLst>
            </a:prstGeom>
            <a:solidFill>
              <a:schemeClr val="bg1"/>
            </a:solidFill>
            <a:ln>
              <a:solidFill>
                <a:srgbClr val="1771E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2631" y="5013"/>
              <a:ext cx="8507" cy="4973"/>
            </a:xfrm>
            <a:prstGeom prst="rect">
              <a:avLst/>
            </a:prstGeom>
          </p:spPr>
        </p:pic>
      </p:grpSp>
      <p:sp>
        <p:nvSpPr>
          <p:cNvPr id="6" name="圆角矩形标注 5"/>
          <p:cNvSpPr/>
          <p:nvPr>
            <p:custDataLst>
              <p:tags r:id="rId3"/>
            </p:custDataLst>
          </p:nvPr>
        </p:nvSpPr>
        <p:spPr>
          <a:xfrm>
            <a:off x="7461250" y="1931035"/>
            <a:ext cx="1821815" cy="37592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/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材料出库汇总表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8322310" y="3781425"/>
            <a:ext cx="3616960" cy="2348230"/>
            <a:chOff x="13106" y="5955"/>
            <a:chExt cx="5696" cy="3698"/>
          </a:xfrm>
        </p:grpSpPr>
        <p:sp>
          <p:nvSpPr>
            <p:cNvPr id="2" name="圆角矩形 1"/>
            <p:cNvSpPr/>
            <p:nvPr>
              <p:custDataLst>
                <p:tags r:id="rId7"/>
              </p:custDataLst>
            </p:nvPr>
          </p:nvSpPr>
          <p:spPr>
            <a:xfrm>
              <a:off x="13106" y="5955"/>
              <a:ext cx="5696" cy="3698"/>
            </a:xfrm>
            <a:prstGeom prst="roundRect">
              <a:avLst>
                <a:gd name="adj" fmla="val 1311"/>
              </a:avLst>
            </a:prstGeom>
            <a:solidFill>
              <a:schemeClr val="bg1"/>
            </a:solidFill>
            <a:ln>
              <a:solidFill>
                <a:srgbClr val="1771EA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13180" y="6178"/>
              <a:ext cx="5508" cy="3283"/>
            </a:xfrm>
            <a:prstGeom prst="rect">
              <a:avLst/>
            </a:prstGeom>
          </p:spPr>
        </p:pic>
      </p:grpSp>
      <p:sp>
        <p:nvSpPr>
          <p:cNvPr id="28" name="圆角矩形标注 27"/>
          <p:cNvSpPr/>
          <p:nvPr>
            <p:custDataLst>
              <p:tags r:id="rId4"/>
            </p:custDataLst>
          </p:nvPr>
        </p:nvSpPr>
        <p:spPr>
          <a:xfrm>
            <a:off x="718185" y="1543685"/>
            <a:ext cx="1821815" cy="37592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/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项目采购汇总表</a:t>
            </a:r>
          </a:p>
        </p:txBody>
      </p:sp>
      <p:sp>
        <p:nvSpPr>
          <p:cNvPr id="8" name="圆角矩形标注 7"/>
          <p:cNvSpPr/>
          <p:nvPr>
            <p:custDataLst>
              <p:tags r:id="rId5"/>
            </p:custDataLst>
          </p:nvPr>
        </p:nvSpPr>
        <p:spPr>
          <a:xfrm>
            <a:off x="9631045" y="3271520"/>
            <a:ext cx="1821815" cy="37592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/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年度材料出库统计表</a:t>
            </a:r>
          </a:p>
        </p:txBody>
      </p:sp>
      <p:sp>
        <p:nvSpPr>
          <p:cNvPr id="3" name="圆角矩形标注 2"/>
          <p:cNvSpPr/>
          <p:nvPr>
            <p:custDataLst>
              <p:tags r:id="rId6"/>
            </p:custDataLst>
          </p:nvPr>
        </p:nvSpPr>
        <p:spPr>
          <a:xfrm>
            <a:off x="4158615" y="2418715"/>
            <a:ext cx="1821815" cy="37592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/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年度项目采购统计表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ym typeface="+mn-ea"/>
              </a:rPr>
              <a:t>5.</a:t>
            </a:r>
            <a:r>
              <a:rPr lang="zh-CN" altLang="en-US" sz="2800" dirty="0">
                <a:sym typeface="+mn-ea"/>
              </a:rPr>
              <a:t>费用管理：日常费用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6271260" y="3697605"/>
            <a:ext cx="5549900" cy="304609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439420" y="3697605"/>
            <a:ext cx="5549900" cy="304609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>
            <p:custDataLst>
              <p:tags r:id="rId3"/>
            </p:custDataLst>
          </p:nvPr>
        </p:nvSpPr>
        <p:spPr>
          <a:xfrm>
            <a:off x="439420" y="899795"/>
            <a:ext cx="11381740" cy="148844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indent="0" algn="ctr"/>
            <a:endParaRPr lang="zh-CN" sz="2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5950" y="982345"/>
            <a:ext cx="10939145" cy="1294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业务场景：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规范公司内部费用管理制度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，即可管理</a:t>
            </a:r>
            <a:r>
              <a:rPr 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项目日常费用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如：差旅费、商务费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，又可管理</a:t>
            </a:r>
            <a:r>
              <a:rPr 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公司日常费用（如：房租、水电）。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实时报销、随时审批、即时管控。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系统自动统计：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哪些人、报销了哪些费用，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审批情况，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财务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付款情况</a:t>
            </a:r>
            <a:r>
              <a:rPr 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68415" y="3726815"/>
            <a:ext cx="5356225" cy="298259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439420" y="3697605"/>
            <a:ext cx="457771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报销付款模式支持：先报销后付款、报销同时付款</a:t>
            </a:r>
            <a:endParaRPr lang="zh-CN" altLang="en-US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标注 45"/>
          <p:cNvSpPr/>
          <p:nvPr>
            <p:custDataLst>
              <p:tags r:id="rId5"/>
            </p:custDataLst>
          </p:nvPr>
        </p:nvSpPr>
        <p:spPr>
          <a:xfrm>
            <a:off x="9919335" y="4290695"/>
            <a:ext cx="1270635" cy="44958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费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统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4675" y="4289425"/>
            <a:ext cx="5302250" cy="2330450"/>
          </a:xfrm>
          <a:prstGeom prst="rect">
            <a:avLst/>
          </a:prstGeom>
        </p:spPr>
      </p:pic>
      <p:sp>
        <p:nvSpPr>
          <p:cNvPr id="2" name="燕尾形 1"/>
          <p:cNvSpPr/>
          <p:nvPr>
            <p:custDataLst>
              <p:tags r:id="rId6"/>
            </p:custDataLst>
          </p:nvPr>
        </p:nvSpPr>
        <p:spPr>
          <a:xfrm>
            <a:off x="4144010" y="271526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报销单</a:t>
            </a:r>
          </a:p>
        </p:txBody>
      </p:sp>
      <p:sp>
        <p:nvSpPr>
          <p:cNvPr id="3" name="燕尾形 2"/>
          <p:cNvSpPr/>
          <p:nvPr>
            <p:custDataLst>
              <p:tags r:id="rId7"/>
            </p:custDataLst>
          </p:nvPr>
        </p:nvSpPr>
        <p:spPr>
          <a:xfrm>
            <a:off x="5927090" y="271526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还款单</a:t>
            </a:r>
          </a:p>
        </p:txBody>
      </p:sp>
      <p:sp>
        <p:nvSpPr>
          <p:cNvPr id="5" name="燕尾形 4"/>
          <p:cNvSpPr/>
          <p:nvPr>
            <p:custDataLst>
              <p:tags r:id="rId8"/>
            </p:custDataLst>
          </p:nvPr>
        </p:nvSpPr>
        <p:spPr>
          <a:xfrm>
            <a:off x="7710170" y="271526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流程审批</a:t>
            </a:r>
          </a:p>
        </p:txBody>
      </p:sp>
      <p:sp>
        <p:nvSpPr>
          <p:cNvPr id="49" name="燕尾形 48"/>
          <p:cNvSpPr/>
          <p:nvPr>
            <p:custDataLst>
              <p:tags r:id="rId9"/>
            </p:custDataLst>
          </p:nvPr>
        </p:nvSpPr>
        <p:spPr>
          <a:xfrm>
            <a:off x="9492615" y="271526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费用付款</a:t>
            </a:r>
          </a:p>
        </p:txBody>
      </p:sp>
      <p:sp>
        <p:nvSpPr>
          <p:cNvPr id="72" name="任意多边形 71"/>
          <p:cNvSpPr/>
          <p:nvPr/>
        </p:nvSpPr>
        <p:spPr>
          <a:xfrm>
            <a:off x="805180" y="2715260"/>
            <a:ext cx="1766570" cy="5892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82" h="928">
                <a:moveTo>
                  <a:pt x="0" y="0"/>
                </a:moveTo>
                <a:lnTo>
                  <a:pt x="370" y="0"/>
                </a:lnTo>
                <a:lnTo>
                  <a:pt x="673" y="0"/>
                </a:lnTo>
                <a:lnTo>
                  <a:pt x="2318" y="0"/>
                </a:lnTo>
                <a:lnTo>
                  <a:pt x="2782" y="464"/>
                </a:lnTo>
                <a:lnTo>
                  <a:pt x="2318" y="928"/>
                </a:lnTo>
                <a:lnTo>
                  <a:pt x="673" y="928"/>
                </a:lnTo>
                <a:lnTo>
                  <a:pt x="370" y="928"/>
                </a:lnTo>
                <a:lnTo>
                  <a:pt x="0" y="928"/>
                </a:lnTo>
                <a:lnTo>
                  <a:pt x="0" y="0"/>
                </a:lnTo>
                <a:close/>
              </a:path>
            </a:pathLst>
          </a:cu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anchor="ctr" anchorCtr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费用预算</a:t>
            </a:r>
          </a:p>
        </p:txBody>
      </p:sp>
      <p:sp>
        <p:nvSpPr>
          <p:cNvPr id="73" name="燕尾形 72"/>
          <p:cNvSpPr/>
          <p:nvPr>
            <p:custDataLst>
              <p:tags r:id="rId10"/>
            </p:custDataLst>
          </p:nvPr>
        </p:nvSpPr>
        <p:spPr>
          <a:xfrm>
            <a:off x="2361565" y="271526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借款单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ym typeface="+mn-ea"/>
              </a:rPr>
              <a:t>5.</a:t>
            </a:r>
            <a:r>
              <a:rPr lang="zh-CN" altLang="en-US" sz="2800" dirty="0">
                <a:sym typeface="+mn-ea"/>
              </a:rPr>
              <a:t>费用管理：费用分摊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1045" y="948193"/>
            <a:ext cx="11917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业务场景：</a:t>
            </a:r>
          </a:p>
          <a:p>
            <a:pPr algn="l">
              <a:lnSpc>
                <a:spcPct val="150000"/>
              </a:lnSpc>
            </a:pPr>
            <a:r>
              <a:rPr 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按项目进行成本预算控制。如：某项目签订后，需要对该项目的整个成本支出进行事前计划、事中控制、超额预警、计划与实际对比，就需建立预算。</a:t>
            </a:r>
          </a:p>
        </p:txBody>
      </p:sp>
      <p:sp>
        <p:nvSpPr>
          <p:cNvPr id="2" name="圆角矩形 1"/>
          <p:cNvSpPr/>
          <p:nvPr>
            <p:custDataLst>
              <p:tags r:id="rId1"/>
            </p:custDataLst>
          </p:nvPr>
        </p:nvSpPr>
        <p:spPr>
          <a:xfrm>
            <a:off x="439420" y="2578735"/>
            <a:ext cx="4237990" cy="405955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439420" y="899795"/>
            <a:ext cx="11381740" cy="148844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indent="0" algn="ctr"/>
            <a:endParaRPr lang="zh-CN" sz="21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8500" y="2757805"/>
            <a:ext cx="3708400" cy="3041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lvl="0" indent="-171450" algn="l" fontAlgn="auto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分摊标准：按工作量、工时、产值、手工录入</a:t>
            </a:r>
          </a:p>
          <a:p>
            <a:pPr marL="171450" lvl="0" indent="-171450" algn="l" fontAlgn="auto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分摊日期：对哪个时间段的费用进行分摊。</a:t>
            </a:r>
          </a:p>
          <a:p>
            <a:pPr marL="171450" lvl="0" indent="-171450" algn="l" fontAlgn="auto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分摊项目：具体分摊到哪些项目中，根据实际情况选择。</a:t>
            </a:r>
          </a:p>
          <a:p>
            <a:pPr marL="171450" lvl="0" indent="-171450" algn="l" fontAlgn="auto">
              <a:lnSpc>
                <a:spcPct val="18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系统支持按照项目、部门、职员提取数据进行分摊。若是针对工资进行分摊，支持人员工资的录入/导入。</a:t>
            </a: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5163820" y="2578735"/>
            <a:ext cx="6657340" cy="405955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  <a:prstDash val="sysDot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68315" y="3065145"/>
            <a:ext cx="5886450" cy="3479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351780" y="2586355"/>
            <a:ext cx="6436995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费用分摊体现：什么费用、按照什么标准、分摊到哪些项目上、具体分摊了多少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标注 8"/>
          <p:cNvSpPr/>
          <p:nvPr>
            <p:custDataLst>
              <p:tags r:id="rId5"/>
            </p:custDataLst>
          </p:nvPr>
        </p:nvSpPr>
        <p:spPr>
          <a:xfrm>
            <a:off x="9919335" y="4290695"/>
            <a:ext cx="1270635" cy="44958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费用分摊统计表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15950" y="833755"/>
            <a:ext cx="11092180" cy="1531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业务场景：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某类费用前期未归集到项目，后期希望按照一定的标准分摊到项目中。例如：公司财务费用或房租水电需要分摊到具体的项目上时，就可以使用费用分摊单分摊。</a:t>
            </a:r>
            <a:r>
              <a:rPr 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※ 针对研发/高新企业、设计咨询行业，可将“人员工资”按工时（按人员投入到不同项目上的总工时占比）分摊到对应的项目中。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ym typeface="+mn-ea"/>
              </a:rPr>
              <a:t>6.</a:t>
            </a:r>
            <a:r>
              <a:rPr lang="zh-CN" altLang="en-US" sz="2800" dirty="0">
                <a:sym typeface="+mn-ea"/>
              </a:rPr>
              <a:t>项目执行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2044065"/>
            <a:ext cx="12192000" cy="468947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2"/>
            </p:custDataLst>
          </p:nvPr>
        </p:nvSpPr>
        <p:spPr>
          <a:xfrm>
            <a:off x="423545" y="2501900"/>
            <a:ext cx="11280140" cy="383540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594995" y="4124960"/>
            <a:ext cx="1440000" cy="579120"/>
          </a:xfrm>
          <a:prstGeom prst="roundRect">
            <a:avLst/>
          </a:prstGeom>
          <a:solidFill>
            <a:srgbClr val="24B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项目档案</a:t>
            </a:r>
          </a:p>
        </p:txBody>
      </p:sp>
      <p:cxnSp>
        <p:nvCxnSpPr>
          <p:cNvPr id="10" name="直接箭头连接符 9"/>
          <p:cNvCxnSpPr/>
          <p:nvPr>
            <p:custDataLst>
              <p:tags r:id="rId4"/>
            </p:custDataLst>
          </p:nvPr>
        </p:nvCxnSpPr>
        <p:spPr>
          <a:xfrm>
            <a:off x="2079445" y="4414520"/>
            <a:ext cx="372745" cy="0"/>
          </a:xfrm>
          <a:prstGeom prst="straightConnector1">
            <a:avLst/>
          </a:prstGeom>
          <a:ln w="50800">
            <a:solidFill>
              <a:srgbClr val="3587ED"/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5"/>
            </p:custDataLst>
          </p:nvPr>
        </p:nvCxnSpPr>
        <p:spPr>
          <a:xfrm>
            <a:off x="5881825" y="4414520"/>
            <a:ext cx="372745" cy="0"/>
          </a:xfrm>
          <a:prstGeom prst="straightConnector1">
            <a:avLst/>
          </a:prstGeom>
          <a:ln w="50800">
            <a:solidFill>
              <a:srgbClr val="3587ED"/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200210" y="4124960"/>
            <a:ext cx="1439545" cy="579120"/>
          </a:xfrm>
          <a:prstGeom prst="roundRect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进度填报</a:t>
            </a:r>
          </a:p>
        </p:txBody>
      </p:sp>
      <p:cxnSp>
        <p:nvCxnSpPr>
          <p:cNvPr id="16" name="直接箭头连接符 15"/>
          <p:cNvCxnSpPr/>
          <p:nvPr>
            <p:custDataLst>
              <p:tags r:id="rId7"/>
            </p:custDataLst>
          </p:nvPr>
        </p:nvCxnSpPr>
        <p:spPr>
          <a:xfrm>
            <a:off x="9684205" y="4414520"/>
            <a:ext cx="372745" cy="0"/>
          </a:xfrm>
          <a:prstGeom prst="straightConnector1">
            <a:avLst/>
          </a:prstGeom>
          <a:ln w="50800">
            <a:solidFill>
              <a:srgbClr val="3587ED"/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>
            <p:custDataLst>
              <p:tags r:id="rId8"/>
            </p:custDataLst>
          </p:nvPr>
        </p:nvSpPr>
        <p:spPr>
          <a:xfrm>
            <a:off x="10101400" y="4124960"/>
            <a:ext cx="1439545" cy="579120"/>
          </a:xfrm>
          <a:prstGeom prst="roundRect">
            <a:avLst/>
          </a:prstGeom>
          <a:solidFill>
            <a:srgbClr val="24B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甘特图</a:t>
            </a:r>
          </a:p>
        </p:txBody>
      </p:sp>
      <p:sp>
        <p:nvSpPr>
          <p:cNvPr id="18" name="圆角矩形 17"/>
          <p:cNvSpPr/>
          <p:nvPr>
            <p:custDataLst>
              <p:tags r:id="rId9"/>
            </p:custDataLst>
          </p:nvPr>
        </p:nvSpPr>
        <p:spPr>
          <a:xfrm>
            <a:off x="10101400" y="4892675"/>
            <a:ext cx="1440000" cy="579120"/>
          </a:xfrm>
          <a:prstGeom prst="roundRect">
            <a:avLst/>
          </a:prstGeom>
          <a:solidFill>
            <a:srgbClr val="24BE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项目进度预警表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5117148" y="4798060"/>
            <a:ext cx="0" cy="415925"/>
          </a:xfrm>
          <a:prstGeom prst="straightConnector1">
            <a:avLst/>
          </a:prstGeom>
          <a:ln w="25400">
            <a:solidFill>
              <a:srgbClr val="808080"/>
            </a:solidFill>
            <a:prstDash val="sysDot"/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>
            <p:custDataLst>
              <p:tags r:id="rId10"/>
            </p:custDataLst>
          </p:nvPr>
        </p:nvSpPr>
        <p:spPr>
          <a:xfrm>
            <a:off x="4397830" y="5307965"/>
            <a:ext cx="1440000" cy="5791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项目计划变更</a:t>
            </a:r>
          </a:p>
        </p:txBody>
      </p:sp>
      <p:sp>
        <p:nvSpPr>
          <p:cNvPr id="23" name="圆角矩形 22"/>
          <p:cNvSpPr/>
          <p:nvPr>
            <p:custDataLst>
              <p:tags r:id="rId11"/>
            </p:custDataLst>
          </p:nvPr>
        </p:nvSpPr>
        <p:spPr>
          <a:xfrm>
            <a:off x="572135" y="5036185"/>
            <a:ext cx="1489075" cy="850900"/>
          </a:xfrm>
          <a:prstGeom prst="roundRect">
            <a:avLst>
              <a:gd name="adj" fmla="val 1311"/>
            </a:avLst>
          </a:prstGeom>
          <a:solidFill>
            <a:srgbClr val="DBE8FA"/>
          </a:solidFill>
          <a:ln w="254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在项目档案中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建立项目阶段</a:t>
            </a:r>
          </a:p>
        </p:txBody>
      </p:sp>
      <p:sp>
        <p:nvSpPr>
          <p:cNvPr id="28" name="圆角矩形 27"/>
          <p:cNvSpPr/>
          <p:nvPr>
            <p:custDataLst>
              <p:tags r:id="rId12"/>
            </p:custDataLst>
          </p:nvPr>
        </p:nvSpPr>
        <p:spPr>
          <a:xfrm>
            <a:off x="8196400" y="5036185"/>
            <a:ext cx="1489075" cy="850900"/>
          </a:xfrm>
          <a:prstGeom prst="roundRect">
            <a:avLst>
              <a:gd name="adj" fmla="val 1311"/>
            </a:avLst>
          </a:prstGeom>
          <a:solidFill>
            <a:srgbClr val="DBE8FA"/>
          </a:solidFill>
          <a:ln w="254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项目进度执行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情况反馈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箭头连接符 28"/>
          <p:cNvCxnSpPr/>
          <p:nvPr>
            <p:custDataLst>
              <p:tags r:id="rId13"/>
            </p:custDataLst>
          </p:nvPr>
        </p:nvCxnSpPr>
        <p:spPr>
          <a:xfrm>
            <a:off x="1370330" y="4745990"/>
            <a:ext cx="0" cy="215900"/>
          </a:xfrm>
          <a:prstGeom prst="straightConnector1">
            <a:avLst/>
          </a:prstGeom>
          <a:ln w="25400">
            <a:solidFill>
              <a:srgbClr val="00B0F0"/>
            </a:solidFill>
            <a:prstDash val="sysDot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14"/>
            </p:custDataLst>
          </p:nvPr>
        </p:nvCxnSpPr>
        <p:spPr>
          <a:xfrm>
            <a:off x="8943340" y="4745990"/>
            <a:ext cx="0" cy="215900"/>
          </a:xfrm>
          <a:prstGeom prst="straightConnector1">
            <a:avLst/>
          </a:prstGeom>
          <a:ln w="25400">
            <a:solidFill>
              <a:srgbClr val="00B0F0"/>
            </a:solidFill>
            <a:prstDash val="sysDot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>
            <p:custDataLst>
              <p:tags r:id="rId15"/>
            </p:custDataLst>
          </p:nvPr>
        </p:nvCxnSpPr>
        <p:spPr>
          <a:xfrm>
            <a:off x="5117783" y="3861435"/>
            <a:ext cx="0" cy="215900"/>
          </a:xfrm>
          <a:prstGeom prst="straightConnector1">
            <a:avLst/>
          </a:prstGeom>
          <a:ln w="25400">
            <a:solidFill>
              <a:srgbClr val="00B0F0"/>
            </a:solidFill>
            <a:prstDash val="sysDot"/>
            <a:headEnd type="none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16"/>
            </p:custDataLst>
          </p:nvPr>
        </p:nvSpPr>
        <p:spPr>
          <a:xfrm>
            <a:off x="4397830" y="4124960"/>
            <a:ext cx="1439545" cy="57912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项目计划</a:t>
            </a:r>
          </a:p>
        </p:txBody>
      </p:sp>
      <p:sp>
        <p:nvSpPr>
          <p:cNvPr id="36" name="圆角矩形 35"/>
          <p:cNvSpPr/>
          <p:nvPr>
            <p:custDataLst>
              <p:tags r:id="rId17"/>
            </p:custDataLst>
          </p:nvPr>
        </p:nvSpPr>
        <p:spPr>
          <a:xfrm>
            <a:off x="4084003" y="2957195"/>
            <a:ext cx="2090420" cy="850900"/>
          </a:xfrm>
          <a:prstGeom prst="roundRect">
            <a:avLst>
              <a:gd name="adj" fmla="val 1311"/>
            </a:avLst>
          </a:prstGeom>
          <a:solidFill>
            <a:srgbClr val="DBE8FA"/>
          </a:solidFill>
          <a:ln w="2540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建立项目计划，对项目进行任务分解、分配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398145" y="655955"/>
            <a:ext cx="11054715" cy="119888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项目执行进度实时监控，</a:t>
            </a:r>
            <a:r>
              <a:rPr lang="en-US" alt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可事先建立项目计划，实际与计划有对比</a:t>
            </a:r>
          </a:p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填报有依据、超期有预警，项目风险可规避</a:t>
            </a:r>
          </a:p>
        </p:txBody>
      </p:sp>
      <p:cxnSp>
        <p:nvCxnSpPr>
          <p:cNvPr id="2" name="直接箭头连接符 1"/>
          <p:cNvCxnSpPr/>
          <p:nvPr>
            <p:custDataLst>
              <p:tags r:id="rId19"/>
            </p:custDataLst>
          </p:nvPr>
        </p:nvCxnSpPr>
        <p:spPr>
          <a:xfrm>
            <a:off x="3980635" y="4414520"/>
            <a:ext cx="372745" cy="0"/>
          </a:xfrm>
          <a:prstGeom prst="straightConnector1">
            <a:avLst/>
          </a:prstGeom>
          <a:ln w="50800">
            <a:solidFill>
              <a:srgbClr val="3587ED"/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圆角矩形 2"/>
          <p:cNvSpPr/>
          <p:nvPr>
            <p:custDataLst>
              <p:tags r:id="rId20"/>
            </p:custDataLst>
          </p:nvPr>
        </p:nvSpPr>
        <p:spPr>
          <a:xfrm>
            <a:off x="2496640" y="4124960"/>
            <a:ext cx="1439545" cy="579120"/>
          </a:xfrm>
          <a:prstGeom prst="roundRect">
            <a:avLst/>
          </a:prstGeom>
          <a:solidFill>
            <a:srgbClr val="25C1FB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收入合同</a:t>
            </a:r>
          </a:p>
        </p:txBody>
      </p:sp>
      <p:sp>
        <p:nvSpPr>
          <p:cNvPr id="5" name="圆角矩形 4"/>
          <p:cNvSpPr/>
          <p:nvPr>
            <p:custDataLst>
              <p:tags r:id="rId21"/>
            </p:custDataLst>
          </p:nvPr>
        </p:nvSpPr>
        <p:spPr>
          <a:xfrm>
            <a:off x="8199755" y="3429000"/>
            <a:ext cx="1440000" cy="579120"/>
          </a:xfrm>
          <a:prstGeom prst="roundRect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工时填报</a:t>
            </a:r>
          </a:p>
        </p:txBody>
      </p:sp>
      <p:sp>
        <p:nvSpPr>
          <p:cNvPr id="6" name="圆角矩形 5"/>
          <p:cNvSpPr/>
          <p:nvPr>
            <p:custDataLst>
              <p:tags r:id="rId22"/>
            </p:custDataLst>
          </p:nvPr>
        </p:nvSpPr>
        <p:spPr>
          <a:xfrm>
            <a:off x="6299020" y="4124960"/>
            <a:ext cx="1439545" cy="579120"/>
          </a:xfrm>
          <a:prstGeom prst="roundRect">
            <a:avLst/>
          </a:prstGeom>
          <a:solidFill>
            <a:srgbClr val="9F5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我的任务</a:t>
            </a:r>
          </a:p>
        </p:txBody>
      </p:sp>
      <p:cxnSp>
        <p:nvCxnSpPr>
          <p:cNvPr id="8" name="直接箭头连接符 7"/>
          <p:cNvCxnSpPr/>
          <p:nvPr>
            <p:custDataLst>
              <p:tags r:id="rId23"/>
            </p:custDataLst>
          </p:nvPr>
        </p:nvCxnSpPr>
        <p:spPr>
          <a:xfrm>
            <a:off x="7783015" y="4414520"/>
            <a:ext cx="372745" cy="0"/>
          </a:xfrm>
          <a:prstGeom prst="straightConnector1">
            <a:avLst/>
          </a:prstGeom>
          <a:ln w="50800">
            <a:solidFill>
              <a:srgbClr val="3587ED"/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301115"/>
            <a:ext cx="12192000" cy="543242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2930525" y="655955"/>
            <a:ext cx="5777865" cy="506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不同的管控力度，满足不同企业的管理需求</a:t>
            </a:r>
          </a:p>
        </p:txBody>
      </p:sp>
      <p:sp>
        <p:nvSpPr>
          <p:cNvPr id="19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8145" y="210820"/>
            <a:ext cx="2655570" cy="469265"/>
          </a:xfrm>
        </p:spPr>
        <p:txBody>
          <a:bodyPr anchor="ctr"/>
          <a:lstStyle/>
          <a:p>
            <a:r>
              <a:rPr lang="zh-CN" altLang="en-US" sz="2800" dirty="0">
                <a:solidFill>
                  <a:schemeClr val="bg1">
                    <a:lumMod val="85000"/>
                  </a:schemeClr>
                </a:solidFill>
                <a:sym typeface="+mn-ea"/>
              </a:rPr>
              <a:t>项目执行</a:t>
            </a:r>
            <a:endParaRPr lang="zh-CN" altLang="en-US" sz="28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036820" y="3246755"/>
            <a:ext cx="1565275" cy="1565275"/>
          </a:xfrm>
          <a:prstGeom prst="roundRect">
            <a:avLst/>
          </a:prstGeom>
          <a:solidFill>
            <a:srgbClr val="C3DEFF"/>
          </a:solidFill>
          <a:ln>
            <a:noFill/>
          </a:ln>
          <a:effectLst>
            <a:outerShdw blurRad="50800" dist="38100" dir="2700000" algn="t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 rot="2700000">
            <a:off x="5036820" y="3215005"/>
            <a:ext cx="1565275" cy="1565275"/>
          </a:xfrm>
          <a:prstGeom prst="roundRect">
            <a:avLst/>
          </a:prstGeom>
          <a:solidFill>
            <a:srgbClr val="3F89EE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492125" y="2317115"/>
            <a:ext cx="4213225" cy="1073150"/>
            <a:chOff x="775" y="3649"/>
            <a:chExt cx="6635" cy="1690"/>
          </a:xfrm>
        </p:grpSpPr>
        <p:sp>
          <p:nvSpPr>
            <p:cNvPr id="17" name="文本框 16"/>
            <p:cNvSpPr txBox="1"/>
            <p:nvPr>
              <p:custDataLst>
                <p:tags r:id="rId13"/>
              </p:custDataLst>
            </p:nvPr>
          </p:nvSpPr>
          <p:spPr>
            <a:xfrm>
              <a:off x="775" y="3767"/>
              <a:ext cx="536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项目档案</a:t>
              </a:r>
              <a:r>
                <a:rPr lang="en-US" altLang="zh-CN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→</a:t>
              </a:r>
              <a:r>
                <a:rPr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进度填报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>
              <a:off x="1879" y="4347"/>
              <a:ext cx="43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简单管理。</a:t>
              </a:r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根据项目档案中的阶段进行日常进度填报。</a:t>
              </a:r>
            </a:p>
          </p:txBody>
        </p:sp>
        <p:cxnSp>
          <p:nvCxnSpPr>
            <p:cNvPr id="20" name="直接连接符 19"/>
            <p:cNvCxnSpPr/>
            <p:nvPr>
              <p:custDataLst>
                <p:tags r:id="rId15"/>
              </p:custDataLst>
            </p:nvPr>
          </p:nvCxnSpPr>
          <p:spPr>
            <a:xfrm>
              <a:off x="6148" y="3649"/>
              <a:ext cx="0" cy="1690"/>
            </a:xfrm>
            <a:prstGeom prst="line">
              <a:avLst/>
            </a:prstGeom>
            <a:ln w="25400">
              <a:solidFill>
                <a:srgbClr val="25C1F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>
              <p:custDataLst>
                <p:tags r:id="rId16"/>
              </p:custDataLst>
            </p:nvPr>
          </p:nvSpPr>
          <p:spPr>
            <a:xfrm>
              <a:off x="6234" y="3992"/>
              <a:ext cx="1176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71830" y="4813300"/>
            <a:ext cx="4392930" cy="1536065"/>
            <a:chOff x="492" y="3649"/>
            <a:chExt cx="6918" cy="2419"/>
          </a:xfrm>
        </p:grpSpPr>
        <p:sp>
          <p:nvSpPr>
            <p:cNvPr id="23" name="文本框 22"/>
            <p:cNvSpPr txBox="1"/>
            <p:nvPr>
              <p:custDataLst>
                <p:tags r:id="rId9"/>
              </p:custDataLst>
            </p:nvPr>
          </p:nvSpPr>
          <p:spPr>
            <a:xfrm>
              <a:off x="775" y="3767"/>
              <a:ext cx="536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项目档案</a:t>
              </a:r>
              <a:r>
                <a:rPr lang="en-US" altLang="zh-CN"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→</a:t>
              </a:r>
              <a:r>
                <a:rPr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项目计划</a:t>
              </a:r>
              <a:r>
                <a:rPr lang="en-US" altLang="zh-CN"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→</a:t>
              </a:r>
              <a:r>
                <a:rPr lang="zh-CN" altLang="en-US"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我的任务</a:t>
              </a:r>
              <a:r>
                <a:rPr lang="en-US" altLang="zh-CN"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→</a:t>
              </a:r>
              <a:r>
                <a:rPr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进度填报</a:t>
              </a:r>
            </a:p>
          </p:txBody>
        </p:sp>
        <p:sp>
          <p:nvSpPr>
            <p:cNvPr id="24" name="文本框 23"/>
            <p:cNvSpPr txBox="1"/>
            <p:nvPr>
              <p:custDataLst>
                <p:tags r:id="rId10"/>
              </p:custDataLst>
            </p:nvPr>
          </p:nvSpPr>
          <p:spPr>
            <a:xfrm>
              <a:off x="492" y="4707"/>
              <a:ext cx="5648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计划的分解和进度的汇报。</a:t>
              </a:r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+mn-ea"/>
                </a:rPr>
                <a:t>通过项目计划单对项目档案中的里程牌阶段进行细分，后期进行实际完工进度汇报时，可提取计划单中的内容。</a:t>
              </a:r>
            </a:p>
          </p:txBody>
        </p:sp>
        <p:cxnSp>
          <p:nvCxnSpPr>
            <p:cNvPr id="25" name="直接连接符 24"/>
            <p:cNvCxnSpPr/>
            <p:nvPr>
              <p:custDataLst>
                <p:tags r:id="rId11"/>
              </p:custDataLst>
            </p:nvPr>
          </p:nvCxnSpPr>
          <p:spPr>
            <a:xfrm>
              <a:off x="6148" y="3649"/>
              <a:ext cx="0" cy="2419"/>
            </a:xfrm>
            <a:prstGeom prst="line">
              <a:avLst/>
            </a:prstGeom>
            <a:ln w="25400">
              <a:solidFill>
                <a:srgbClr val="24BEB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>
              <p:custDataLst>
                <p:tags r:id="rId12"/>
              </p:custDataLst>
            </p:nvPr>
          </p:nvSpPr>
          <p:spPr>
            <a:xfrm>
              <a:off x="6234" y="3992"/>
              <a:ext cx="1176" cy="10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>
                  <a:solidFill>
                    <a:srgbClr val="24BEB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</a:p>
          </p:txBody>
        </p:sp>
      </p:grpSp>
      <p:sp>
        <p:nvSpPr>
          <p:cNvPr id="27" name="文本框 26"/>
          <p:cNvSpPr txBox="1"/>
          <p:nvPr>
            <p:custDataLst>
              <p:tags r:id="rId5"/>
            </p:custDataLst>
          </p:nvPr>
        </p:nvSpPr>
        <p:spPr>
          <a:xfrm>
            <a:off x="7992745" y="3230880"/>
            <a:ext cx="3406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b="1">
                <a:solidFill>
                  <a:srgbClr val="9F55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项目档案→收入合同→项目计划→</a:t>
            </a:r>
            <a:r>
              <a:rPr lang="zh-CN" b="1">
                <a:solidFill>
                  <a:srgbClr val="9F55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我的任务</a:t>
            </a:r>
            <a:r>
              <a:rPr lang="en-US" altLang="zh-CN" b="1">
                <a:solidFill>
                  <a:srgbClr val="9F55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b="1">
                <a:solidFill>
                  <a:srgbClr val="9F55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进度填报</a:t>
            </a:r>
          </a:p>
        </p:txBody>
      </p:sp>
      <p:sp>
        <p:nvSpPr>
          <p:cNvPr id="28" name="文本框 27"/>
          <p:cNvSpPr txBox="1"/>
          <p:nvPr>
            <p:custDataLst>
              <p:tags r:id="rId6"/>
            </p:custDataLst>
          </p:nvPr>
        </p:nvSpPr>
        <p:spPr>
          <a:xfrm>
            <a:off x="7992745" y="3884295"/>
            <a:ext cx="343979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全业务闭环管理。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和合同关联使用，则支持从收入合同按阶段生成项目计划，依据项目计划做进度填报可以进行项目收入确认和开票，然后再进行收款，形成一个完整的计划管理业务闭环。</a:t>
            </a:r>
          </a:p>
        </p:txBody>
      </p:sp>
      <p:cxnSp>
        <p:nvCxnSpPr>
          <p:cNvPr id="29" name="直接连接符 28"/>
          <p:cNvCxnSpPr/>
          <p:nvPr>
            <p:custDataLst>
              <p:tags r:id="rId7"/>
            </p:custDataLst>
          </p:nvPr>
        </p:nvCxnSpPr>
        <p:spPr>
          <a:xfrm>
            <a:off x="7927975" y="3144520"/>
            <a:ext cx="0" cy="2103120"/>
          </a:xfrm>
          <a:prstGeom prst="line">
            <a:avLst/>
          </a:prstGeom>
          <a:ln w="25400">
            <a:solidFill>
              <a:srgbClr val="9F55F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8"/>
            </p:custDataLst>
          </p:nvPr>
        </p:nvSpPr>
        <p:spPr>
          <a:xfrm>
            <a:off x="7162165" y="3797300"/>
            <a:ext cx="74676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>
                <a:solidFill>
                  <a:srgbClr val="9F55F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203190" y="3677920"/>
            <a:ext cx="123253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业务流程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301115"/>
            <a:ext cx="12192000" cy="543242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1154430" y="655955"/>
            <a:ext cx="10286365" cy="506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en-US" altLang="zh-CN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altLang="en-US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通过计划单对项目里程碑阶段进行细分，之后系统会根据计划出项目进度预警表和甘特图</a:t>
            </a:r>
          </a:p>
        </p:txBody>
      </p:sp>
      <p:sp>
        <p:nvSpPr>
          <p:cNvPr id="19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8145" y="210820"/>
            <a:ext cx="2655570" cy="469265"/>
          </a:xfrm>
        </p:spPr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6.1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项目计划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6168390" y="4501515"/>
            <a:ext cx="5603240" cy="195897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5"/>
            </p:custDataLst>
          </p:nvPr>
        </p:nvSpPr>
        <p:spPr>
          <a:xfrm>
            <a:off x="299720" y="2119630"/>
            <a:ext cx="5603240" cy="434086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标注 5"/>
          <p:cNvSpPr/>
          <p:nvPr>
            <p:custDataLst>
              <p:tags r:id="rId6"/>
            </p:custDataLst>
          </p:nvPr>
        </p:nvSpPr>
        <p:spPr>
          <a:xfrm>
            <a:off x="1629410" y="1745615"/>
            <a:ext cx="1565275" cy="44958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划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明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细</a:t>
            </a:r>
          </a:p>
        </p:txBody>
      </p:sp>
      <p:sp>
        <p:nvSpPr>
          <p:cNvPr id="7" name="圆角矩形 6"/>
          <p:cNvSpPr/>
          <p:nvPr>
            <p:custDataLst>
              <p:tags r:id="rId7"/>
            </p:custDataLst>
          </p:nvPr>
        </p:nvSpPr>
        <p:spPr>
          <a:xfrm>
            <a:off x="6168390" y="2119630"/>
            <a:ext cx="5603240" cy="195897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43955" y="4685030"/>
            <a:ext cx="5461635" cy="1619885"/>
          </a:xfrm>
          <a:prstGeom prst="rect">
            <a:avLst/>
          </a:prstGeom>
        </p:spPr>
      </p:pic>
      <p:sp>
        <p:nvSpPr>
          <p:cNvPr id="10" name="圆角矩形标注 9"/>
          <p:cNvSpPr/>
          <p:nvPr>
            <p:custDataLst>
              <p:tags r:id="rId9"/>
            </p:custDataLst>
          </p:nvPr>
        </p:nvSpPr>
        <p:spPr>
          <a:xfrm>
            <a:off x="7779385" y="4235450"/>
            <a:ext cx="1520190" cy="44958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甘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</a:t>
            </a: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21945" y="2696210"/>
            <a:ext cx="5549265" cy="326961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4590" y="2350135"/>
            <a:ext cx="5430520" cy="1626235"/>
          </a:xfrm>
          <a:prstGeom prst="rect">
            <a:avLst/>
          </a:prstGeom>
        </p:spPr>
      </p:pic>
      <p:sp>
        <p:nvSpPr>
          <p:cNvPr id="17" name="圆角矩形标注 16"/>
          <p:cNvSpPr/>
          <p:nvPr>
            <p:custDataLst>
              <p:tags r:id="rId11"/>
            </p:custDataLst>
          </p:nvPr>
        </p:nvSpPr>
        <p:spPr>
          <a:xfrm>
            <a:off x="7779385" y="1745615"/>
            <a:ext cx="1520190" cy="44958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计划明细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8367395" y="3117215"/>
            <a:ext cx="32124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在计划单中，可对某一里程牌节点进行更明细多级设置，系统不限级次。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6.2</a:t>
            </a:r>
            <a:r>
              <a:rPr lang="zh-CN" altLang="en-US" sz="2800" dirty="0">
                <a:sym typeface="+mn-ea"/>
              </a:rPr>
              <a:t>我的任务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-635" y="1301115"/>
            <a:ext cx="12192000" cy="543242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1154430" y="655955"/>
            <a:ext cx="10286365" cy="506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任务负责人</a:t>
            </a:r>
            <a:r>
              <a:rPr lang="zh-CN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我的任务</a:t>
            </a:r>
            <a:r>
              <a:rPr lang="en-US" altLang="zh-CN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中接收任务，之后可关联任务进行进度填报。</a:t>
            </a:r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398145" y="2119630"/>
            <a:ext cx="9467215" cy="445897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4"/>
            </p:custDataLst>
          </p:nvPr>
        </p:nvSpPr>
        <p:spPr>
          <a:xfrm>
            <a:off x="10119360" y="2524760"/>
            <a:ext cx="1764665" cy="3479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通过页签区分：我负责的、我参与的、我创建的、我分配的</a:t>
            </a:r>
          </a:p>
          <a:p>
            <a:pPr marL="171450" indent="-1714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选中具体的某条任务后，可直接进行进度填报</a:t>
            </a:r>
            <a:endParaRPr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endParaRPr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770" y="2165985"/>
            <a:ext cx="9098915" cy="4370070"/>
          </a:xfrm>
          <a:prstGeom prst="rect">
            <a:avLst/>
          </a:prstGeom>
        </p:spPr>
      </p:pic>
      <p:sp>
        <p:nvSpPr>
          <p:cNvPr id="6" name="圆角矩形标注 5"/>
          <p:cNvSpPr/>
          <p:nvPr>
            <p:custDataLst>
              <p:tags r:id="rId5"/>
            </p:custDataLst>
          </p:nvPr>
        </p:nvSpPr>
        <p:spPr>
          <a:xfrm>
            <a:off x="1484630" y="1517650"/>
            <a:ext cx="1565275" cy="44958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我的任务列表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6.3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进度填报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895475"/>
            <a:ext cx="12192000" cy="483806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文本框 283"/>
          <p:cNvSpPr txBox="1"/>
          <p:nvPr>
            <p:custDataLst>
              <p:tags r:id="rId2"/>
            </p:custDataLst>
          </p:nvPr>
        </p:nvSpPr>
        <p:spPr>
          <a:xfrm>
            <a:off x="568960" y="419735"/>
            <a:ext cx="11054715" cy="119888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项目实际完成情况的填写、汇报</a:t>
            </a:r>
            <a:endParaRPr lang="zh-CN" altLang="en-US" b="1" dirty="0">
              <a:solidFill>
                <a:srgbClr val="FFB61A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可以将项目的相关资料上传到软件中，后期随时查看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26365" y="2022475"/>
            <a:ext cx="12192000" cy="483806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398145" y="2844800"/>
            <a:ext cx="5603240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275" y="3148330"/>
            <a:ext cx="5555615" cy="3174365"/>
          </a:xfrm>
          <a:prstGeom prst="rect">
            <a:avLst/>
          </a:prstGeom>
        </p:spPr>
      </p:pic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>
            <a:off x="6168390" y="2844800"/>
            <a:ext cx="5603240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标注 12"/>
          <p:cNvSpPr/>
          <p:nvPr>
            <p:custDataLst>
              <p:tags r:id="rId6"/>
            </p:custDataLst>
          </p:nvPr>
        </p:nvSpPr>
        <p:spPr>
          <a:xfrm>
            <a:off x="1463675" y="2130425"/>
            <a:ext cx="3459480" cy="557530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项目进度填报：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哪个项目，目前哪个阶段，完成多少，项目情况说明，项目签字盖章文档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项目图片等</a:t>
            </a:r>
          </a:p>
        </p:txBody>
      </p:sp>
      <p:sp>
        <p:nvSpPr>
          <p:cNvPr id="14" name="圆角矩形标注 13"/>
          <p:cNvSpPr/>
          <p:nvPr>
            <p:custDataLst>
              <p:tags r:id="rId7"/>
            </p:custDataLst>
          </p:nvPr>
        </p:nvSpPr>
        <p:spPr>
          <a:xfrm>
            <a:off x="7401560" y="2130425"/>
            <a:ext cx="3589020" cy="556895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项目进度预警表：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实时显示计划工期、实际工期；系统通过不同颜色区分：已完成、未完成、超期</a:t>
            </a:r>
            <a:endParaRPr lang="en-US" altLang="zh-CN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179185" y="3054350"/>
            <a:ext cx="5570855" cy="326771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558290" y="5078730"/>
            <a:ext cx="421576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、当不建立计划单时，可以直接新增进度填报；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、当建立计划单时，新增进度填报单时可获取计划单中的内容，关联计划单进行实际进度填报。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6.4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工时填报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691005"/>
            <a:ext cx="12192000" cy="504253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2"/>
            </p:custDataLst>
          </p:nvPr>
        </p:nvSpPr>
        <p:spPr>
          <a:xfrm>
            <a:off x="6813550" y="2741930"/>
            <a:ext cx="4972050" cy="357759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403860" y="2396490"/>
            <a:ext cx="3793490" cy="272986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文本框 283"/>
          <p:cNvSpPr txBox="1"/>
          <p:nvPr>
            <p:custDataLst>
              <p:tags r:id="rId4"/>
            </p:custDataLst>
          </p:nvPr>
        </p:nvSpPr>
        <p:spPr>
          <a:xfrm>
            <a:off x="568960" y="466725"/>
            <a:ext cx="11054715" cy="119888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可日报/周报/汇总填报，可代他人填报；可对公司内部员工进行管理，</a:t>
            </a:r>
            <a:r>
              <a:rPr lang="zh-CN" altLang="en-US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可按供应商对外部用工进行管理，</a:t>
            </a:r>
          </a:p>
          <a:p>
            <a:pPr indent="457200" algn="ctr">
              <a:lnSpc>
                <a:spcPct val="200000"/>
              </a:lnSpc>
            </a:pP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可当做项目日志使用；</a:t>
            </a: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分为人工工时、机械工时</a:t>
            </a: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即时出具工时统计报表</a:t>
            </a: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861810" y="3156585"/>
            <a:ext cx="4871085" cy="27717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47675" y="2818765"/>
            <a:ext cx="3689350" cy="2152650"/>
          </a:xfrm>
          <a:prstGeom prst="rect">
            <a:avLst/>
          </a:prstGeom>
        </p:spPr>
      </p:pic>
      <p:sp>
        <p:nvSpPr>
          <p:cNvPr id="9" name="圆角矩形 8"/>
          <p:cNvSpPr/>
          <p:nvPr>
            <p:custDataLst>
              <p:tags r:id="rId7"/>
            </p:custDataLst>
          </p:nvPr>
        </p:nvSpPr>
        <p:spPr>
          <a:xfrm>
            <a:off x="2005965" y="3879215"/>
            <a:ext cx="3793490" cy="2729865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026285" y="4170680"/>
            <a:ext cx="3747770" cy="2213610"/>
          </a:xfrm>
          <a:prstGeom prst="rect">
            <a:avLst/>
          </a:prstGeom>
        </p:spPr>
      </p:pic>
      <p:sp>
        <p:nvSpPr>
          <p:cNvPr id="2" name="圆角矩形标注 1"/>
          <p:cNvSpPr/>
          <p:nvPr>
            <p:custDataLst>
              <p:tags r:id="rId9"/>
            </p:custDataLst>
          </p:nvPr>
        </p:nvSpPr>
        <p:spPr>
          <a:xfrm>
            <a:off x="648970" y="1859915"/>
            <a:ext cx="2403475" cy="424815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人工工时</a:t>
            </a:r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：解决人员用工的工时、成本的统计问题。</a:t>
            </a:r>
          </a:p>
        </p:txBody>
      </p:sp>
      <p:sp>
        <p:nvSpPr>
          <p:cNvPr id="3" name="圆角矩形标注 2"/>
          <p:cNvSpPr/>
          <p:nvPr>
            <p:custDataLst>
              <p:tags r:id="rId10"/>
            </p:custDataLst>
          </p:nvPr>
        </p:nvSpPr>
        <p:spPr>
          <a:xfrm>
            <a:off x="6941185" y="2109470"/>
            <a:ext cx="3834130" cy="471170"/>
          </a:xfrm>
          <a:prstGeom prst="wedgeRoundRectCallout">
            <a:avLst>
              <a:gd name="adj1" fmla="val -34067"/>
              <a:gd name="adj2" fmla="val 136993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工时统计表</a:t>
            </a:r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：支持按照供应商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项目、项目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人员、部门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人员、供应商、人员这几个维度进行数据筛选。</a:t>
            </a:r>
          </a:p>
        </p:txBody>
      </p:sp>
      <p:sp>
        <p:nvSpPr>
          <p:cNvPr id="5" name="圆角矩形标注 4"/>
          <p:cNvSpPr/>
          <p:nvPr>
            <p:custDataLst>
              <p:tags r:id="rId11"/>
            </p:custDataLst>
          </p:nvPr>
        </p:nvSpPr>
        <p:spPr>
          <a:xfrm>
            <a:off x="3395980" y="3314065"/>
            <a:ext cx="2403475" cy="445135"/>
          </a:xfrm>
          <a:prstGeom prst="wedgeRoundRectCallout">
            <a:avLst>
              <a:gd name="adj1" fmla="val -36881"/>
              <a:gd name="adj2" fmla="val 111155"/>
              <a:gd name="adj3" fmla="val 16667"/>
            </a:avLst>
          </a:prstGeom>
          <a:gradFill>
            <a:gsLst>
              <a:gs pos="0">
                <a:srgbClr val="E7F1FF"/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0"/>
          </a:gradFill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0" tIns="45718" rIns="91410" bIns="45718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机械工时</a:t>
            </a:r>
            <a:r>
              <a:rPr 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：解决工程项目中机械台班的登记、统计问题。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2800" dirty="0">
                <a:solidFill>
                  <a:schemeClr val="tx1"/>
                </a:solidFill>
                <a:sym typeface="+mn-ea"/>
              </a:rPr>
              <a:t>7.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项目分析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03555" y="567690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分为：项目看板、合同报表、项目报表</a:t>
            </a:r>
            <a:r>
              <a:rPr lang="en-US" alt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多维度、多方式，全面体现项目经营数据</a:t>
            </a: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635" y="1405890"/>
            <a:ext cx="12192000" cy="532765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363855" y="1571625"/>
            <a:ext cx="720217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支持按照项目、客户、业务员、项目经理、部门等维度进行过滤筛选。</a:t>
            </a:r>
          </a:p>
        </p:txBody>
      </p:sp>
      <p:sp>
        <p:nvSpPr>
          <p:cNvPr id="14" name="圆角矩形 13"/>
          <p:cNvSpPr/>
          <p:nvPr>
            <p:custDataLst>
              <p:tags r:id="rId4"/>
            </p:custDataLst>
          </p:nvPr>
        </p:nvSpPr>
        <p:spPr>
          <a:xfrm>
            <a:off x="473710" y="5097780"/>
            <a:ext cx="1996440" cy="64325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项目预算执行表</a:t>
            </a:r>
          </a:p>
        </p:txBody>
      </p:sp>
      <p:sp>
        <p:nvSpPr>
          <p:cNvPr id="17" name="圆角矩形 16"/>
          <p:cNvSpPr/>
          <p:nvPr>
            <p:custDataLst>
              <p:tags r:id="rId5"/>
            </p:custDataLst>
          </p:nvPr>
        </p:nvSpPr>
        <p:spPr>
          <a:xfrm>
            <a:off x="2701290" y="5097780"/>
            <a:ext cx="1996440" cy="64325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项目成本汇总表</a:t>
            </a:r>
          </a:p>
        </p:txBody>
      </p:sp>
      <p:sp>
        <p:nvSpPr>
          <p:cNvPr id="18" name="圆角矩形 17"/>
          <p:cNvSpPr/>
          <p:nvPr>
            <p:custDataLst>
              <p:tags r:id="rId6"/>
            </p:custDataLst>
          </p:nvPr>
        </p:nvSpPr>
        <p:spPr>
          <a:xfrm>
            <a:off x="4928870" y="5097780"/>
            <a:ext cx="1996440" cy="64325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项目成本明细表</a:t>
            </a:r>
          </a:p>
        </p:txBody>
      </p:sp>
      <p:sp>
        <p:nvSpPr>
          <p:cNvPr id="20" name="圆角矩形 19"/>
          <p:cNvSpPr/>
          <p:nvPr>
            <p:custDataLst>
              <p:tags r:id="rId7"/>
            </p:custDataLst>
          </p:nvPr>
        </p:nvSpPr>
        <p:spPr>
          <a:xfrm>
            <a:off x="7156450" y="5097780"/>
            <a:ext cx="1996440" cy="64325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项目利润明细表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圆角矩形 20"/>
          <p:cNvSpPr/>
          <p:nvPr>
            <p:custDataLst>
              <p:tags r:id="rId8"/>
            </p:custDataLst>
          </p:nvPr>
        </p:nvSpPr>
        <p:spPr>
          <a:xfrm rot="10800000" flipV="1">
            <a:off x="9384030" y="5097780"/>
            <a:ext cx="1996440" cy="64325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项目进度预警表</a:t>
            </a:r>
            <a:endParaRPr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>
            <p:custDataLst>
              <p:tags r:id="rId9"/>
            </p:custDataLst>
          </p:nvPr>
        </p:nvSpPr>
        <p:spPr>
          <a:xfrm>
            <a:off x="2701290" y="5935980"/>
            <a:ext cx="1996440" cy="64325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项目销售利润表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4928870" y="5935980"/>
            <a:ext cx="6451600" cy="643255"/>
            <a:chOff x="4254" y="9278"/>
            <a:chExt cx="10160" cy="1134"/>
          </a:xfrm>
        </p:grpSpPr>
        <p:sp>
          <p:nvSpPr>
            <p:cNvPr id="23" name="圆角矩形 22"/>
            <p:cNvSpPr/>
            <p:nvPr>
              <p:custDataLst>
                <p:tags r:id="rId12"/>
              </p:custDataLst>
            </p:nvPr>
          </p:nvSpPr>
          <p:spPr>
            <a:xfrm>
              <a:off x="4254" y="9278"/>
              <a:ext cx="3144" cy="113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合同收款统计表</a:t>
              </a:r>
            </a:p>
          </p:txBody>
        </p:sp>
        <p:sp>
          <p:nvSpPr>
            <p:cNvPr id="24" name="圆角矩形 23"/>
            <p:cNvSpPr/>
            <p:nvPr>
              <p:custDataLst>
                <p:tags r:id="rId13"/>
              </p:custDataLst>
            </p:nvPr>
          </p:nvSpPr>
          <p:spPr>
            <a:xfrm>
              <a:off x="7762" y="9278"/>
              <a:ext cx="3144" cy="113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合同付款统计表</a:t>
              </a:r>
            </a:p>
          </p:txBody>
        </p:sp>
        <p:sp>
          <p:nvSpPr>
            <p:cNvPr id="25" name="圆角矩形 24"/>
            <p:cNvSpPr/>
            <p:nvPr>
              <p:custDataLst>
                <p:tags r:id="rId14"/>
              </p:custDataLst>
            </p:nvPr>
          </p:nvSpPr>
          <p:spPr>
            <a:xfrm>
              <a:off x="11270" y="9278"/>
              <a:ext cx="3144" cy="1134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合同收</a:t>
              </a:r>
              <a:r>
                <a:rPr lang="en-US" altLang="zh-CN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付款预警表</a:t>
              </a:r>
            </a:p>
          </p:txBody>
        </p:sp>
      </p:grpSp>
      <p:sp>
        <p:nvSpPr>
          <p:cNvPr id="26" name="圆角矩形 25"/>
          <p:cNvSpPr/>
          <p:nvPr>
            <p:custDataLst>
              <p:tags r:id="rId10"/>
            </p:custDataLst>
          </p:nvPr>
        </p:nvSpPr>
        <p:spPr>
          <a:xfrm>
            <a:off x="473710" y="5935980"/>
            <a:ext cx="1996440" cy="64325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收支明细表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73710" y="1928495"/>
            <a:ext cx="10906760" cy="29419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anchor="ctr"/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sym typeface="+mn-ea"/>
              </a:rPr>
              <a:t>项目汇总表：一张图看清家底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294380" y="2366010"/>
            <a:ext cx="166116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ctr"/>
            <a:r>
              <a:rPr lang="zh-CN" altLang="en-US" sz="1400" b="1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项目基本信息</a:t>
            </a:r>
          </a:p>
        </p:txBody>
      </p:sp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8557260" y="2366010"/>
            <a:ext cx="166116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ctr"/>
            <a:r>
              <a:rPr lang="zh-CN" altLang="en-US" sz="1400" b="1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收入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4213225" y="4520565"/>
            <a:ext cx="166116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ctr"/>
            <a:r>
              <a:rPr lang="zh-CN" altLang="en-US" sz="1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</a:t>
            </a:r>
            <a:r>
              <a:rPr lang="en-US" altLang="zh-CN" sz="1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费用</a:t>
            </a: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9624695" y="4588510"/>
            <a:ext cx="1661160" cy="30670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ctr"/>
            <a:r>
              <a:rPr lang="zh-CN" altLang="en-US" sz="14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</a:t>
            </a:r>
          </a:p>
        </p:txBody>
      </p:sp>
      <p:sp>
        <p:nvSpPr>
          <p:cNvPr id="24" name="左中括号 23"/>
          <p:cNvSpPr/>
          <p:nvPr/>
        </p:nvSpPr>
        <p:spPr>
          <a:xfrm rot="5400000">
            <a:off x="3987800" y="-492125"/>
            <a:ext cx="76200" cy="6403340"/>
          </a:xfrm>
          <a:prstGeom prst="leftBracke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5" name="左中括号 24"/>
          <p:cNvSpPr/>
          <p:nvPr>
            <p:custDataLst>
              <p:tags r:id="rId5"/>
            </p:custDataLst>
          </p:nvPr>
        </p:nvSpPr>
        <p:spPr>
          <a:xfrm rot="5400000">
            <a:off x="9386570" y="587375"/>
            <a:ext cx="81915" cy="4239895"/>
          </a:xfrm>
          <a:prstGeom prst="leftBracke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6" name="左中括号 25"/>
          <p:cNvSpPr/>
          <p:nvPr>
            <p:custDataLst>
              <p:tags r:id="rId6"/>
            </p:custDataLst>
          </p:nvPr>
        </p:nvSpPr>
        <p:spPr>
          <a:xfrm rot="5400000">
            <a:off x="4867910" y="850900"/>
            <a:ext cx="83185" cy="8172450"/>
          </a:xfrm>
          <a:prstGeom prst="leftBracke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7" name="左中括号 26"/>
          <p:cNvSpPr/>
          <p:nvPr>
            <p:custDataLst>
              <p:tags r:id="rId7"/>
            </p:custDataLst>
          </p:nvPr>
        </p:nvSpPr>
        <p:spPr>
          <a:xfrm rot="5400000">
            <a:off x="10255250" y="3676650"/>
            <a:ext cx="76200" cy="2506980"/>
          </a:xfrm>
          <a:prstGeom prst="leftBracket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815" y="5085715"/>
            <a:ext cx="10991850" cy="1295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815" y="2899410"/>
            <a:ext cx="10972800" cy="13398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469900" y="805815"/>
            <a:ext cx="11054715" cy="119888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</a:pP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可按照项目、父项目、项目类型、项目所属区域、客户、项目经理、项目状态、日期等维度进行筛选，</a:t>
            </a:r>
          </a:p>
          <a:p>
            <a:pPr indent="0" algn="ctr" fontAlgn="auto">
              <a:lnSpc>
                <a:spcPct val="200000"/>
              </a:lnSpc>
            </a:pP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对公司所有项目的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整体经营数据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（收入、成本、利润）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进行汇总统计。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支持数据穿透查询。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-635" y="884555"/>
            <a:ext cx="12192000" cy="597344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2"/>
            </p:custDataLst>
          </p:nvPr>
        </p:nvSpPr>
        <p:spPr>
          <a:xfrm>
            <a:off x="459105" y="992505"/>
            <a:ext cx="9654540" cy="578866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10172700" y="1374775"/>
            <a:ext cx="1837690" cy="3479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反映公司项目整理经营情况，分板块进行项目数据分析</a:t>
            </a:r>
          </a:p>
        </p:txBody>
      </p:sp>
      <p:sp>
        <p:nvSpPr>
          <p:cNvPr id="5" name="标题 1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anchor="ctr"/>
          <a:lstStyle/>
          <a:p>
            <a:r>
              <a:rPr lang="zh-CN" sz="2800" dirty="0">
                <a:solidFill>
                  <a:schemeClr val="bg1">
                    <a:lumMod val="65000"/>
                  </a:schemeClr>
                </a:solidFill>
                <a:sym typeface="+mn-ea"/>
              </a:rPr>
              <a:t>公司看板</a:t>
            </a:r>
            <a:endParaRPr lang="zh-CN" sz="2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905" y="1088390"/>
            <a:ext cx="9546590" cy="5619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-635" y="884555"/>
            <a:ext cx="12192000" cy="597344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2"/>
            </p:custDataLst>
          </p:nvPr>
        </p:nvSpPr>
        <p:spPr>
          <a:xfrm>
            <a:off x="459105" y="992505"/>
            <a:ext cx="9654540" cy="578866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"/>
            </p:custDataLst>
          </p:nvPr>
        </p:nvSpPr>
        <p:spPr>
          <a:xfrm>
            <a:off x="10172700" y="1374775"/>
            <a:ext cx="1837690" cy="3479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、实时展示某个项目的所有经营数据。</a:t>
            </a:r>
          </a:p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、左侧关联单据栏，直观显示该项目所有业务单据，支持单据穿透查询。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85800" y="1049020"/>
            <a:ext cx="9186545" cy="5682615"/>
          </a:xfrm>
          <a:prstGeom prst="rect">
            <a:avLst/>
          </a:prstGeom>
        </p:spPr>
      </p:pic>
      <p:sp>
        <p:nvSpPr>
          <p:cNvPr id="5" name="标题 1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anchor="ctr"/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sym typeface="+mn-ea"/>
              </a:rPr>
              <a:t>项目看板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-635" y="884555"/>
            <a:ext cx="12192000" cy="597344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"/>
            </p:custDataLst>
          </p:nvPr>
        </p:nvSpPr>
        <p:spPr>
          <a:xfrm>
            <a:off x="10172700" y="1374775"/>
            <a:ext cx="1724025" cy="3479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300000"/>
              </a:lnSpc>
              <a:buFont typeface="Arial" panose="020B0604020202020204" pitchFamily="34" charset="0"/>
              <a:buNone/>
            </a:pPr>
            <a:r>
              <a:rPr lang="en-US" altLang="zh-CN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、将公司所有项目按照不同维度进行数据展示。</a:t>
            </a:r>
            <a:endParaRPr lang="zh-CN" sz="1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3"/>
            </p:custDataLst>
          </p:nvPr>
        </p:nvSpPr>
        <p:spPr>
          <a:xfrm>
            <a:off x="459105" y="992505"/>
            <a:ext cx="9654540" cy="578866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64540" y="1036320"/>
            <a:ext cx="9051925" cy="5712460"/>
          </a:xfrm>
          <a:prstGeom prst="rect">
            <a:avLst/>
          </a:prstGeom>
        </p:spPr>
      </p:pic>
      <p:sp>
        <p:nvSpPr>
          <p:cNvPr id="5" name="标题 1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anchor="ctr"/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sym typeface="+mn-ea"/>
              </a:rPr>
              <a:t>项目整体看板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542415"/>
            <a:ext cx="12192000" cy="519112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1154430" y="796290"/>
            <a:ext cx="10286365" cy="506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en-US" altLang="zh-CN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业务单据</a:t>
            </a: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可生成财务凭证，</a:t>
            </a:r>
            <a:r>
              <a:rPr lang="zh-CN" altLang="en-US" b="1" dirty="0">
                <a:solidFill>
                  <a:srgbClr val="25C1F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形成财务标准的账簿、报表，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从而实现业财一体。</a:t>
            </a:r>
          </a:p>
        </p:txBody>
      </p:sp>
      <p:sp>
        <p:nvSpPr>
          <p:cNvPr id="19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8145" y="210820"/>
            <a:ext cx="3422650" cy="469265"/>
          </a:xfrm>
        </p:spPr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8.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业财一体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4"/>
            </p:custDataLst>
          </p:nvPr>
        </p:nvSpPr>
        <p:spPr>
          <a:xfrm>
            <a:off x="580390" y="1945005"/>
            <a:ext cx="11122660" cy="4444365"/>
          </a:xfrm>
          <a:prstGeom prst="roundRect">
            <a:avLst>
              <a:gd name="adj" fmla="val 1311"/>
            </a:avLst>
          </a:prstGeom>
          <a:noFill/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/>
          <p:cNvSpPr/>
          <p:nvPr>
            <p:custDataLst>
              <p:tags r:id="rId5"/>
            </p:custDataLst>
          </p:nvPr>
        </p:nvSpPr>
        <p:spPr>
          <a:xfrm rot="5400000">
            <a:off x="3704590" y="3586640"/>
            <a:ext cx="979805" cy="576580"/>
          </a:xfrm>
          <a:prstGeom prst="triangl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等腰三角形 24"/>
          <p:cNvSpPr/>
          <p:nvPr>
            <p:custDataLst>
              <p:tags r:id="rId6"/>
            </p:custDataLst>
          </p:nvPr>
        </p:nvSpPr>
        <p:spPr>
          <a:xfrm rot="5400000">
            <a:off x="7588885" y="3586640"/>
            <a:ext cx="979805" cy="576580"/>
          </a:xfrm>
          <a:prstGeom prst="triangl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966970" y="2312670"/>
            <a:ext cx="2339340" cy="3740150"/>
            <a:chOff x="7760" y="3727"/>
            <a:chExt cx="3684" cy="5890"/>
          </a:xfrm>
        </p:grpSpPr>
        <p:sp>
          <p:nvSpPr>
            <p:cNvPr id="7" name="圆角矩形 6"/>
            <p:cNvSpPr/>
            <p:nvPr>
              <p:custDataLst>
                <p:tags r:id="rId17"/>
              </p:custDataLst>
            </p:nvPr>
          </p:nvSpPr>
          <p:spPr>
            <a:xfrm>
              <a:off x="7760" y="3727"/>
              <a:ext cx="3685" cy="5890"/>
            </a:xfrm>
            <a:prstGeom prst="roundRect">
              <a:avLst>
                <a:gd name="adj" fmla="val 7575"/>
              </a:avLst>
            </a:prstGeom>
            <a:solidFill>
              <a:schemeClr val="bg1"/>
            </a:solidFill>
            <a:ln>
              <a:solidFill>
                <a:srgbClr val="000000">
                  <a:alpha val="0"/>
                </a:srgb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8"/>
              </p:custDataLst>
            </p:nvPr>
          </p:nvSpPr>
          <p:spPr>
            <a:xfrm>
              <a:off x="7966" y="7965"/>
              <a:ext cx="3274" cy="762"/>
            </a:xfrm>
            <a:prstGeom prst="rect">
              <a:avLst/>
            </a:prstGeom>
            <a:noFill/>
          </p:spPr>
          <p:txBody>
            <a:bodyPr wrap="square" lIns="91416" tIns="45718" rIns="91416" bIns="45718" rtlCol="0">
              <a:noAutofit/>
            </a:bodyPr>
            <a:lstStyle/>
            <a:p>
              <a:pPr algn="ct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可设置凭证生成规则</a:t>
              </a:r>
            </a:p>
            <a:p>
              <a:pPr algn="ct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可设置定时生成凭证</a:t>
              </a:r>
            </a:p>
            <a:p>
              <a:pPr algn="ct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19"/>
              </p:custDataLst>
            </p:nvPr>
          </p:nvSpPr>
          <p:spPr>
            <a:xfrm>
              <a:off x="8159" y="6558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凭证生成</a:t>
              </a:r>
            </a:p>
            <a:p>
              <a:pPr algn="ctr" defTabSz="914400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规则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9036" y="4762"/>
              <a:ext cx="1134" cy="1134"/>
              <a:chOff x="12205" y="5642"/>
              <a:chExt cx="850" cy="850"/>
            </a:xfrm>
          </p:grpSpPr>
          <p:sp>
            <p:nvSpPr>
              <p:cNvPr id="42" name="椭圆 41"/>
              <p:cNvSpPr/>
              <p:nvPr>
                <p:custDataLst>
                  <p:tags r:id="rId20"/>
                </p:custDataLst>
              </p:nvPr>
            </p:nvSpPr>
            <p:spPr>
              <a:xfrm>
                <a:off x="12205" y="5642"/>
                <a:ext cx="850" cy="850"/>
              </a:xfrm>
              <a:prstGeom prst="ellipse">
                <a:avLst/>
              </a:prstGeom>
              <a:solidFill>
                <a:srgbClr val="24BFB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39" name="图片 38" descr="外贸"/>
              <p:cNvPicPr>
                <a:picLocks noChangeAspect="1"/>
              </p:cNvPicPr>
              <p:nvPr>
                <p:custDataLst>
                  <p:tags r:id="rId21"/>
                </p:custDataLst>
              </p:nvPr>
            </p:nvPicPr>
            <p:blipFill>
              <a:blip r:embed="rId23"/>
              <a:stretch>
                <a:fillRect/>
              </a:stretch>
            </p:blipFill>
            <p:spPr>
              <a:xfrm>
                <a:off x="12318" y="5755"/>
                <a:ext cx="624" cy="624"/>
              </a:xfrm>
              <a:prstGeom prst="rect">
                <a:avLst/>
              </a:prstGeom>
            </p:spPr>
          </p:pic>
        </p:grpSp>
      </p:grpSp>
      <p:grpSp>
        <p:nvGrpSpPr>
          <p:cNvPr id="46" name="组合 45"/>
          <p:cNvGrpSpPr/>
          <p:nvPr/>
        </p:nvGrpSpPr>
        <p:grpSpPr>
          <a:xfrm>
            <a:off x="1082675" y="2312670"/>
            <a:ext cx="2339340" cy="3740150"/>
            <a:chOff x="1637" y="3727"/>
            <a:chExt cx="3684" cy="5890"/>
          </a:xfrm>
        </p:grpSpPr>
        <p:sp>
          <p:nvSpPr>
            <p:cNvPr id="2" name="圆角矩形 1"/>
            <p:cNvSpPr/>
            <p:nvPr>
              <p:custDataLst>
                <p:tags r:id="rId12"/>
              </p:custDataLst>
            </p:nvPr>
          </p:nvSpPr>
          <p:spPr>
            <a:xfrm>
              <a:off x="1637" y="3727"/>
              <a:ext cx="3685" cy="5890"/>
            </a:xfrm>
            <a:prstGeom prst="roundRect">
              <a:avLst>
                <a:gd name="adj" fmla="val 7575"/>
              </a:avLst>
            </a:prstGeom>
            <a:solidFill>
              <a:schemeClr val="bg1"/>
            </a:solidFill>
            <a:ln>
              <a:solidFill>
                <a:srgbClr val="000000">
                  <a:alpha val="0"/>
                </a:srgb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13"/>
              </p:custDataLst>
            </p:nvPr>
          </p:nvSpPr>
          <p:spPr>
            <a:xfrm>
              <a:off x="1843" y="7965"/>
              <a:ext cx="3274" cy="762"/>
            </a:xfrm>
            <a:prstGeom prst="rect">
              <a:avLst/>
            </a:prstGeom>
            <a:noFill/>
          </p:spPr>
          <p:txBody>
            <a:bodyPr wrap="square" lIns="91416" tIns="45718" rIns="91416" bIns="45718" rtlCol="0">
              <a:noAutofit/>
            </a:bodyPr>
            <a:lstStyle/>
            <a:p>
              <a:pPr algn="ctr" defTabSz="91440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一种业务单据可设置多个凭证模板</a:t>
              </a:r>
              <a:endPara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9" name="矩形 58"/>
            <p:cNvSpPr/>
            <p:nvPr>
              <p:custDataLst>
                <p:tags r:id="rId14"/>
              </p:custDataLst>
            </p:nvPr>
          </p:nvSpPr>
          <p:spPr>
            <a:xfrm>
              <a:off x="2036" y="6558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凭证模板</a:t>
              </a: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2913" y="4762"/>
              <a:ext cx="1134" cy="1134"/>
              <a:chOff x="14545" y="4756"/>
              <a:chExt cx="2136" cy="2136"/>
            </a:xfrm>
          </p:grpSpPr>
          <p:sp>
            <p:nvSpPr>
              <p:cNvPr id="33" name="椭圆 3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4545" y="4756"/>
                <a:ext cx="2137" cy="2137"/>
              </a:xfrm>
              <a:prstGeom prst="ellipse">
                <a:avLst/>
              </a:prstGeom>
              <a:solidFill>
                <a:srgbClr val="25C1F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38" name="图形 29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24"/>
              <a:stretch>
                <a:fillRect/>
              </a:stretch>
            </p:blipFill>
            <p:spPr>
              <a:xfrm>
                <a:off x="14812" y="5023"/>
                <a:ext cx="1604" cy="1604"/>
              </a:xfrm>
              <a:prstGeom prst="rect">
                <a:avLst/>
              </a:prstGeom>
            </p:spPr>
          </p:pic>
        </p:grpSp>
      </p:grpSp>
      <p:grpSp>
        <p:nvGrpSpPr>
          <p:cNvPr id="44" name="组合 43"/>
          <p:cNvGrpSpPr/>
          <p:nvPr/>
        </p:nvGrpSpPr>
        <p:grpSpPr>
          <a:xfrm>
            <a:off x="8851265" y="2312670"/>
            <a:ext cx="2339340" cy="3740150"/>
            <a:chOff x="13870" y="3727"/>
            <a:chExt cx="3684" cy="5890"/>
          </a:xfrm>
        </p:grpSpPr>
        <p:sp>
          <p:nvSpPr>
            <p:cNvPr id="17" name="圆角矩形 16"/>
            <p:cNvSpPr/>
            <p:nvPr>
              <p:custDataLst>
                <p:tags r:id="rId7"/>
              </p:custDataLst>
            </p:nvPr>
          </p:nvSpPr>
          <p:spPr>
            <a:xfrm>
              <a:off x="13870" y="3727"/>
              <a:ext cx="3685" cy="5890"/>
            </a:xfrm>
            <a:prstGeom prst="roundRect">
              <a:avLst>
                <a:gd name="adj" fmla="val 7575"/>
              </a:avLst>
            </a:prstGeom>
            <a:solidFill>
              <a:schemeClr val="bg1"/>
            </a:solidFill>
            <a:ln>
              <a:solidFill>
                <a:srgbClr val="000000">
                  <a:alpha val="0"/>
                </a:srgb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endParaRPr lang="zh-CN" altLang="en-US" sz="1900">
                <a:solidFill>
                  <a:prstClr val="white"/>
                </a:solidFill>
              </a:endParaRPr>
            </a:p>
          </p:txBody>
        </p:sp>
        <p:sp>
          <p:nvSpPr>
            <p:cNvPr id="22" name="矩形 21"/>
            <p:cNvSpPr/>
            <p:nvPr>
              <p:custDataLst>
                <p:tags r:id="rId8"/>
              </p:custDataLst>
            </p:nvPr>
          </p:nvSpPr>
          <p:spPr>
            <a:xfrm>
              <a:off x="14268" y="4845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记账凭证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>
              <p:custDataLst>
                <p:tags r:id="rId9"/>
              </p:custDataLst>
            </p:nvPr>
          </p:nvSpPr>
          <p:spPr>
            <a:xfrm>
              <a:off x="14268" y="6338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财务账簿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10"/>
              </p:custDataLst>
            </p:nvPr>
          </p:nvSpPr>
          <p:spPr>
            <a:xfrm>
              <a:off x="14268" y="7831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914400"/>
              <a:r>
                <a:rPr lang="zh-CN" altLang="en-US" sz="2400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财务报表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14399" y="6014"/>
              <a:ext cx="2627" cy="0"/>
            </a:xfrm>
            <a:prstGeom prst="line">
              <a:avLst/>
            </a:prstGeom>
            <a:ln w="12700" cmpd="sng">
              <a:solidFill>
                <a:srgbClr val="E7F1FF"/>
              </a:solidFill>
              <a:prstDash val="dash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>
              <p:custDataLst>
                <p:tags r:id="rId11"/>
              </p:custDataLst>
            </p:nvPr>
          </p:nvCxnSpPr>
          <p:spPr>
            <a:xfrm>
              <a:off x="14399" y="7507"/>
              <a:ext cx="2627" cy="0"/>
            </a:xfrm>
            <a:prstGeom prst="line">
              <a:avLst/>
            </a:prstGeom>
            <a:ln w="12700" cmpd="sng">
              <a:solidFill>
                <a:srgbClr val="E7F1FF"/>
              </a:solidFill>
              <a:prstDash val="dash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-635" y="1542415"/>
            <a:ext cx="12192000" cy="519112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3604260" y="796290"/>
            <a:ext cx="4984115" cy="506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dist">
              <a:lnSpc>
                <a:spcPct val="150000"/>
              </a:lnSpc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智能核算中心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生成</a:t>
            </a:r>
            <a:r>
              <a:rPr lang="zh-CN" b="1" dirty="0">
                <a:solidFill>
                  <a:srgbClr val="00B0F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财务凭证</a:t>
            </a:r>
          </a:p>
        </p:txBody>
      </p:sp>
      <p:sp>
        <p:nvSpPr>
          <p:cNvPr id="19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8145" y="210820"/>
            <a:ext cx="3422650" cy="469265"/>
          </a:xfrm>
        </p:spPr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sym typeface="+mn-ea"/>
              </a:rPr>
              <a:t>8.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业财一体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880" y="2028190"/>
            <a:ext cx="7359650" cy="42811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4050" y="3288030"/>
            <a:ext cx="3473450" cy="30441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17865" y="2233930"/>
            <a:ext cx="30892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可设置智能执行方案，</a:t>
            </a: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系统定时自动生成凭证</a:t>
            </a:r>
          </a:p>
        </p:txBody>
      </p:sp>
      <p:sp>
        <p:nvSpPr>
          <p:cNvPr id="10" name="圆角矩形 9"/>
          <p:cNvSpPr/>
          <p:nvPr>
            <p:custDataLst>
              <p:tags r:id="rId4"/>
            </p:custDataLst>
          </p:nvPr>
        </p:nvSpPr>
        <p:spPr>
          <a:xfrm>
            <a:off x="443230" y="1850390"/>
            <a:ext cx="7625080" cy="4609465"/>
          </a:xfrm>
          <a:prstGeom prst="roundRect">
            <a:avLst>
              <a:gd name="adj" fmla="val 1311"/>
            </a:avLst>
          </a:prstGeom>
          <a:noFill/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>
            <p:custDataLst>
              <p:tags r:id="rId5"/>
            </p:custDataLst>
          </p:nvPr>
        </p:nvSpPr>
        <p:spPr>
          <a:xfrm flipH="1">
            <a:off x="8195310" y="1850390"/>
            <a:ext cx="3647440" cy="4608830"/>
          </a:xfrm>
          <a:prstGeom prst="roundRect">
            <a:avLst>
              <a:gd name="adj" fmla="val 1311"/>
            </a:avLst>
          </a:prstGeom>
          <a:noFill/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02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1637847" y="1688799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整体业务蓝图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1637665" y="2142490"/>
            <a:ext cx="7049770" cy="285115"/>
          </a:xfrm>
        </p:spPr>
        <p:txBody>
          <a:bodyPr/>
          <a:lstStyle/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全方位项目管理</a:t>
            </a:r>
            <a:r>
              <a:rPr lang="en-US" altLang="zh-CN">
                <a:sym typeface="+mn-ea"/>
              </a:rPr>
              <a:t> | 2.</a:t>
            </a:r>
            <a:r>
              <a:rPr lang="zh-CN" altLang="en-US">
                <a:sym typeface="+mn-ea"/>
              </a:rPr>
              <a:t>整体业务蓝图</a:t>
            </a:r>
            <a:r>
              <a:rPr lang="en-US" altLang="zh-CN">
                <a:sym typeface="+mn-ea"/>
              </a:rPr>
              <a:t> | 3.</a:t>
            </a:r>
            <a:r>
              <a:rPr lang="zh-CN" altLang="en-US">
                <a:sym typeface="+mn-ea"/>
              </a:rPr>
              <a:t>灵活的业务流程，满足不同管控力度</a:t>
            </a:r>
            <a:r>
              <a:rPr lang="en-US" altLang="zh-CN">
                <a:sym typeface="+mn-ea"/>
              </a:rPr>
              <a:t> | 4.</a:t>
            </a:r>
            <a:r>
              <a:rPr lang="zh-CN" altLang="en-US">
                <a:sym typeface="+mn-ea"/>
              </a:rPr>
              <a:t>产品优势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>
          <a:xfrm>
            <a:off x="1637665" y="3338830"/>
            <a:ext cx="9529445" cy="285115"/>
          </a:xfrm>
        </p:spPr>
        <p:txBody>
          <a:bodyPr/>
          <a:lstStyle/>
          <a:p>
            <a:r>
              <a:rPr lang="en-US" altLang="zh-CN">
                <a:sym typeface="+mn-ea"/>
              </a:rPr>
              <a:t>1.项目立项 | 2.项目预算 | 3.合同管理 | 4.项目物资 | 5.费用管理 | 6.项目</a:t>
            </a:r>
            <a:r>
              <a:rPr lang="zh-CN" altLang="en-US">
                <a:sym typeface="+mn-ea"/>
              </a:rPr>
              <a:t>执行</a:t>
            </a:r>
            <a:r>
              <a:rPr lang="en-US" altLang="zh-CN">
                <a:sym typeface="+mn-ea"/>
              </a:rPr>
              <a:t>:</a:t>
            </a:r>
            <a:r>
              <a:rPr lang="zh-CN" altLang="en-US">
                <a:sym typeface="+mn-ea"/>
              </a:rPr>
              <a:t>项目计划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我的任务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进度填报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工时填报</a:t>
            </a:r>
            <a:r>
              <a:rPr lang="en-US" altLang="zh-CN">
                <a:sym typeface="+mn-ea"/>
              </a:rPr>
              <a:t> | 7.项目分析 | 8.业财一体</a:t>
            </a:r>
            <a:endParaRPr lang="en-US" altLang="zh-CN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0"/>
          </p:nvPr>
        </p:nvSpPr>
        <p:spPr>
          <a:xfrm>
            <a:off x="1637665" y="4431030"/>
            <a:ext cx="10029825" cy="285115"/>
          </a:xfrm>
        </p:spPr>
        <p:txBody>
          <a:bodyPr/>
          <a:lstStyle/>
          <a:p>
            <a:r>
              <a:rPr lang="zh-CN" altLang="en-US">
                <a:sym typeface="+mn-ea"/>
              </a:rPr>
              <a:t>1.投标管理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2.保证金管理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3.施工管理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4.质量安全</a:t>
            </a:r>
            <a:r>
              <a:rPr lang="en-US" altLang="zh-CN">
                <a:sym typeface="+mn-ea"/>
              </a:rPr>
              <a:t>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.证照管理</a:t>
            </a:r>
            <a:r>
              <a:rPr lang="en-US" altLang="zh-CN">
                <a:sym typeface="+mn-ea"/>
              </a:rPr>
              <a:t> |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6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联营合作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7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售后服务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8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项目提成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9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工资管理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10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人事管理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.配置清单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12</a:t>
            </a:r>
            <a:r>
              <a:rPr lang="zh-CN" altLang="en-US">
                <a:sym typeface="+mn-ea"/>
              </a:rPr>
              <a:t>.借用管理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/>
              <a:t>04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3"/>
          </p:nvPr>
        </p:nvSpPr>
        <p:spPr>
          <a:xfrm>
            <a:off x="1637665" y="5475605"/>
            <a:ext cx="7708265" cy="28511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.金蝶云APP集成 | </a:t>
            </a:r>
            <a:r>
              <a:rPr lang="en-US">
                <a:sym typeface="+mn-ea"/>
              </a:rPr>
              <a:t>2.</a:t>
            </a:r>
            <a:r>
              <a:rPr>
                <a:sym typeface="+mn-ea"/>
              </a:rPr>
              <a:t>钉钉集成 | 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.</a:t>
            </a:r>
            <a:r>
              <a:rPr lang="zh-CN">
                <a:sym typeface="+mn-ea"/>
              </a:rPr>
              <a:t>企业微信</a:t>
            </a:r>
            <a:r>
              <a:rPr>
                <a:sym typeface="+mn-ea"/>
              </a:rPr>
              <a:t>集成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9"/>
          </p:nvPr>
        </p:nvSpPr>
        <p:spPr>
          <a:xfrm>
            <a:off x="1637847" y="2928682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核心功能介绍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0"/>
          </p:nvPr>
        </p:nvSpPr>
        <p:spPr>
          <a:xfrm>
            <a:off x="1637847" y="4006367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rgbClr val="FFC000"/>
                </a:solidFill>
              </a:rPr>
              <a:t>其他功能介绍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31"/>
          </p:nvPr>
        </p:nvSpPr>
        <p:spPr>
          <a:xfrm>
            <a:off x="1637847" y="5067724"/>
            <a:ext cx="6602906" cy="410834"/>
          </a:xfrm>
        </p:spPr>
        <p:txBody>
          <a:bodyPr/>
          <a:lstStyle/>
          <a:p>
            <a:r>
              <a:rPr lang="zh-CN" altLang="en-US"/>
              <a:t>手机端介绍</a:t>
            </a: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CN"/>
              <a:t>01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1.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投标管理</a:t>
            </a: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-635" y="1690370"/>
            <a:ext cx="12192000" cy="50431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68960" y="734695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</a:pP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对投标过程进行分解，团队分工协作、高效配合、积累经验、提高中标率。</a:t>
            </a:r>
          </a:p>
        </p:txBody>
      </p:sp>
      <p:sp>
        <p:nvSpPr>
          <p:cNvPr id="26" name="加号 25"/>
          <p:cNvSpPr/>
          <p:nvPr>
            <p:custDataLst>
              <p:tags r:id="rId4"/>
            </p:custDataLst>
          </p:nvPr>
        </p:nvSpPr>
        <p:spPr>
          <a:xfrm>
            <a:off x="5503545" y="3787775"/>
            <a:ext cx="975360" cy="975360"/>
          </a:xfrm>
          <a:prstGeom prst="mathPlus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圆角矩形 27"/>
          <p:cNvSpPr/>
          <p:nvPr>
            <p:custDataLst>
              <p:tags r:id="rId5"/>
            </p:custDataLst>
          </p:nvPr>
        </p:nvSpPr>
        <p:spPr>
          <a:xfrm>
            <a:off x="1732280" y="1998980"/>
            <a:ext cx="8676005" cy="4444365"/>
          </a:xfrm>
          <a:prstGeom prst="roundRect">
            <a:avLst>
              <a:gd name="adj" fmla="val 1311"/>
            </a:avLst>
          </a:prstGeom>
          <a:noFill/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>
            <p:custDataLst>
              <p:tags r:id="rId6"/>
            </p:custDataLst>
          </p:nvPr>
        </p:nvSpPr>
        <p:spPr>
          <a:xfrm>
            <a:off x="2205355" y="2366645"/>
            <a:ext cx="2633980" cy="3740150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>
            <a:solidFill>
              <a:srgbClr val="000000">
                <a:alpha val="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sp>
        <p:nvSpPr>
          <p:cNvPr id="55" name="文本框 54"/>
          <p:cNvSpPr txBox="1"/>
          <p:nvPr>
            <p:custDataLst>
              <p:tags r:id="rId7"/>
            </p:custDataLst>
          </p:nvPr>
        </p:nvSpPr>
        <p:spPr>
          <a:xfrm>
            <a:off x="2483485" y="5111750"/>
            <a:ext cx="2078990" cy="483870"/>
          </a:xfrm>
          <a:prstGeom prst="rect">
            <a:avLst/>
          </a:prstGeom>
          <a:noFill/>
        </p:spPr>
        <p:txBody>
          <a:bodyPr wrap="square" lIns="91416" tIns="45718" rIns="91416" bIns="45718" rtlCol="0">
            <a:noAutofit/>
          </a:bodyPr>
          <a:lstStyle/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跟进记录</a:t>
            </a:r>
            <a:endParaRPr lang="zh-CN" altLang="en-US" sz="14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9" name="矩形 58"/>
          <p:cNvSpPr/>
          <p:nvPr>
            <p:custDataLst>
              <p:tags r:id="rId8"/>
            </p:custDataLst>
          </p:nvPr>
        </p:nvSpPr>
        <p:spPr>
          <a:xfrm>
            <a:off x="2659380" y="4077970"/>
            <a:ext cx="183451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29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客户跟进</a:t>
            </a:r>
          </a:p>
        </p:txBody>
      </p:sp>
      <p:sp>
        <p:nvSpPr>
          <p:cNvPr id="30" name="椭圆 29"/>
          <p:cNvSpPr/>
          <p:nvPr>
            <p:custDataLst>
              <p:tags r:id="rId9"/>
            </p:custDataLst>
          </p:nvPr>
        </p:nvSpPr>
        <p:spPr>
          <a:xfrm>
            <a:off x="2925445" y="2573655"/>
            <a:ext cx="1193800" cy="1193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pic>
        <p:nvPicPr>
          <p:cNvPr id="40" name="图形 3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50235" y="2794000"/>
            <a:ext cx="742950" cy="833755"/>
          </a:xfrm>
          <a:prstGeom prst="rect">
            <a:avLst/>
          </a:prstGeom>
        </p:spPr>
      </p:pic>
      <p:sp>
        <p:nvSpPr>
          <p:cNvPr id="31" name="圆角矩形 30"/>
          <p:cNvSpPr/>
          <p:nvPr>
            <p:custDataLst>
              <p:tags r:id="rId11"/>
            </p:custDataLst>
          </p:nvPr>
        </p:nvSpPr>
        <p:spPr>
          <a:xfrm>
            <a:off x="7227570" y="2366645"/>
            <a:ext cx="2633781" cy="3739916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>
            <a:solidFill>
              <a:srgbClr val="000000">
                <a:alpha val="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7505542" y="4658230"/>
            <a:ext cx="2078706" cy="483887"/>
          </a:xfrm>
          <a:prstGeom prst="rect">
            <a:avLst/>
          </a:prstGeom>
          <a:noFill/>
        </p:spPr>
        <p:txBody>
          <a:bodyPr wrap="square" lIns="91416" tIns="45718" rIns="91416" bIns="45718" rtlCol="0">
            <a:noAutofit/>
          </a:bodyPr>
          <a:lstStyle/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过程管理</a:t>
            </a:r>
          </a:p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过程推进单</a:t>
            </a:r>
          </a:p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中标记录</a:t>
            </a:r>
          </a:p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落标记录</a:t>
            </a:r>
          </a:p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投标保证金</a:t>
            </a:r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7681880" y="4077868"/>
            <a:ext cx="1834612" cy="53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29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投标过程</a:t>
            </a:r>
            <a:endParaRPr lang="zh-CN" altLang="en-US" sz="2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>
            <p:custDataLst>
              <p:tags r:id="rId14"/>
            </p:custDataLst>
          </p:nvPr>
        </p:nvSpPr>
        <p:spPr>
          <a:xfrm>
            <a:off x="7947690" y="2573405"/>
            <a:ext cx="1193540" cy="11936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pic>
        <p:nvPicPr>
          <p:cNvPr id="37" name="图形 3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47778" y="2794063"/>
            <a:ext cx="755660" cy="8208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690370"/>
            <a:ext cx="12192000" cy="50431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2.</a:t>
            </a:r>
            <a:r>
              <a:rPr lang="zh-CN" sz="2800" dirty="0">
                <a:sym typeface="+mn-ea"/>
              </a:rPr>
              <a:t>保证金管理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68960" y="734695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</a:pP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保证金可分类</a:t>
            </a: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（如投标保证金、押金等），</a:t>
            </a: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管理保证金的收/付款、保证金收/付款退</a:t>
            </a: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回</a:t>
            </a: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退回</a:t>
            </a: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预警提示。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205990" y="2252980"/>
            <a:ext cx="2633980" cy="3833495"/>
            <a:chOff x="3474" y="3548"/>
            <a:chExt cx="4148" cy="6037"/>
          </a:xfrm>
        </p:grpSpPr>
        <p:grpSp>
          <p:nvGrpSpPr>
            <p:cNvPr id="35" name="组合 34"/>
            <p:cNvGrpSpPr/>
            <p:nvPr/>
          </p:nvGrpSpPr>
          <p:grpSpPr>
            <a:xfrm>
              <a:off x="3474" y="4671"/>
              <a:ext cx="4149" cy="4915"/>
              <a:chOff x="11410" y="4877"/>
              <a:chExt cx="5330" cy="4915"/>
            </a:xfrm>
            <a:effectLst>
              <a:outerShdw blurRad="50800" dist="38100" dir="2700000" algn="tl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36" name="矩形 35"/>
              <p:cNvSpPr/>
              <p:nvPr>
                <p:custDataLst>
                  <p:tags r:id="rId9"/>
                </p:custDataLst>
              </p:nvPr>
            </p:nvSpPr>
            <p:spPr>
              <a:xfrm>
                <a:off x="11410" y="4877"/>
                <a:ext cx="5329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保证金付款</a:t>
                </a:r>
              </a:p>
            </p:txBody>
          </p:sp>
          <p:sp>
            <p:nvSpPr>
              <p:cNvPr id="39" name="矩形 3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410" y="6541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保证金付款退回</a:t>
                </a:r>
              </a:p>
            </p:txBody>
          </p:sp>
          <p:sp>
            <p:nvSpPr>
              <p:cNvPr id="42" name="矩形 41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410" y="8205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保证金付款退回预警</a:t>
                </a:r>
              </a:p>
            </p:txBody>
          </p:sp>
        </p:grpSp>
        <p:sp>
          <p:nvSpPr>
            <p:cNvPr id="5" name="矩形 4"/>
            <p:cNvSpPr/>
            <p:nvPr>
              <p:custDataLst>
                <p:tags r:id="rId8"/>
              </p:custDataLst>
            </p:nvPr>
          </p:nvSpPr>
          <p:spPr>
            <a:xfrm>
              <a:off x="4104" y="3548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603885">
                <a:spcBef>
                  <a:spcPct val="0"/>
                </a:spcBef>
              </a:pPr>
              <a:r>
                <a:rPr kumimoji="1"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保证金付款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27371" y="2252980"/>
            <a:ext cx="2633980" cy="3833495"/>
            <a:chOff x="3474" y="3548"/>
            <a:chExt cx="4148" cy="6037"/>
          </a:xfrm>
        </p:grpSpPr>
        <p:grpSp>
          <p:nvGrpSpPr>
            <p:cNvPr id="17" name="组合 16"/>
            <p:cNvGrpSpPr/>
            <p:nvPr/>
          </p:nvGrpSpPr>
          <p:grpSpPr>
            <a:xfrm>
              <a:off x="3474" y="4671"/>
              <a:ext cx="4149" cy="4915"/>
              <a:chOff x="11410" y="4877"/>
              <a:chExt cx="5330" cy="4915"/>
            </a:xfrm>
            <a:effectLst>
              <a:outerShdw blurRad="50800" dist="38100" dir="2700000" algn="tl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18" name="矩形 17"/>
              <p:cNvSpPr/>
              <p:nvPr>
                <p:custDataLst>
                  <p:tags r:id="rId5"/>
                </p:custDataLst>
              </p:nvPr>
            </p:nvSpPr>
            <p:spPr>
              <a:xfrm>
                <a:off x="11410" y="4877"/>
                <a:ext cx="5329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保证金收款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矩形 18"/>
              <p:cNvSpPr/>
              <p:nvPr>
                <p:custDataLst>
                  <p:tags r:id="rId6"/>
                </p:custDataLst>
              </p:nvPr>
            </p:nvSpPr>
            <p:spPr>
              <a:xfrm>
                <a:off x="11410" y="6541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保证金收款退回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矩形 19"/>
              <p:cNvSpPr/>
              <p:nvPr>
                <p:custDataLst>
                  <p:tags r:id="rId7"/>
                </p:custDataLst>
              </p:nvPr>
            </p:nvSpPr>
            <p:spPr>
              <a:xfrm>
                <a:off x="11410" y="8205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保证金收款退回预警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" name="矩形 20"/>
            <p:cNvSpPr/>
            <p:nvPr>
              <p:custDataLst>
                <p:tags r:id="rId4"/>
              </p:custDataLst>
            </p:nvPr>
          </p:nvSpPr>
          <p:spPr>
            <a:xfrm>
              <a:off x="4104" y="3548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603885">
                <a:spcBef>
                  <a:spcPct val="0"/>
                </a:spcBef>
              </a:pPr>
              <a:r>
                <a:rPr kumimoji="1"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保证金收款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加号 21"/>
          <p:cNvSpPr/>
          <p:nvPr/>
        </p:nvSpPr>
        <p:spPr>
          <a:xfrm>
            <a:off x="5546725" y="3787140"/>
            <a:ext cx="975360" cy="975360"/>
          </a:xfrm>
          <a:prstGeom prst="mathPlus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1293495" y="1945005"/>
            <a:ext cx="9571355" cy="4444365"/>
          </a:xfrm>
          <a:prstGeom prst="roundRect">
            <a:avLst>
              <a:gd name="adj" fmla="val 1311"/>
            </a:avLst>
          </a:prstGeom>
          <a:noFill/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2401570"/>
            <a:ext cx="12192000" cy="43319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3.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施工管理</a:t>
            </a:r>
          </a:p>
        </p:txBody>
      </p:sp>
      <p:sp>
        <p:nvSpPr>
          <p:cNvPr id="25" name="燕尾形 24"/>
          <p:cNvSpPr/>
          <p:nvPr>
            <p:custDataLst>
              <p:tags r:id="rId3"/>
            </p:custDataLst>
          </p:nvPr>
        </p:nvSpPr>
        <p:spPr>
          <a:xfrm>
            <a:off x="4090035" y="153035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工程签证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燕尾形 25"/>
          <p:cNvSpPr/>
          <p:nvPr>
            <p:custDataLst>
              <p:tags r:id="rId4"/>
            </p:custDataLst>
          </p:nvPr>
        </p:nvSpPr>
        <p:spPr>
          <a:xfrm>
            <a:off x="5924550" y="153035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施工记录</a:t>
            </a:r>
            <a:endParaRPr kumimoji="0" 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燕尾形 26"/>
          <p:cNvSpPr/>
          <p:nvPr>
            <p:custDataLst>
              <p:tags r:id="rId5"/>
            </p:custDataLst>
          </p:nvPr>
        </p:nvSpPr>
        <p:spPr>
          <a:xfrm>
            <a:off x="7759065" y="153035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竣工结算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燕尾形 27"/>
          <p:cNvSpPr/>
          <p:nvPr>
            <p:custDataLst>
              <p:tags r:id="rId6"/>
            </p:custDataLst>
          </p:nvPr>
        </p:nvSpPr>
        <p:spPr>
          <a:xfrm>
            <a:off x="9593580" y="153035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看板</a:t>
            </a:r>
            <a:endParaRPr kumimoji="0" lang="zh-CN" altLang="en-US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48335" y="1530350"/>
            <a:ext cx="1766570" cy="5892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782" h="928">
                <a:moveTo>
                  <a:pt x="0" y="0"/>
                </a:moveTo>
                <a:lnTo>
                  <a:pt x="370" y="0"/>
                </a:lnTo>
                <a:lnTo>
                  <a:pt x="673" y="0"/>
                </a:lnTo>
                <a:lnTo>
                  <a:pt x="2318" y="0"/>
                </a:lnTo>
                <a:lnTo>
                  <a:pt x="2782" y="464"/>
                </a:lnTo>
                <a:lnTo>
                  <a:pt x="2318" y="928"/>
                </a:lnTo>
                <a:lnTo>
                  <a:pt x="673" y="928"/>
                </a:lnTo>
                <a:lnTo>
                  <a:pt x="370" y="928"/>
                </a:lnTo>
                <a:lnTo>
                  <a:pt x="0" y="928"/>
                </a:lnTo>
                <a:lnTo>
                  <a:pt x="0" y="0"/>
                </a:lnTo>
                <a:close/>
              </a:path>
            </a:pathLst>
          </a:cu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anchor="ctr" anchorCtr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基础资料</a:t>
            </a:r>
          </a:p>
        </p:txBody>
      </p:sp>
      <p:sp>
        <p:nvSpPr>
          <p:cNvPr id="30" name="燕尾形 29"/>
          <p:cNvSpPr/>
          <p:nvPr>
            <p:custDataLst>
              <p:tags r:id="rId7"/>
            </p:custDataLst>
          </p:nvPr>
        </p:nvSpPr>
        <p:spPr>
          <a:xfrm>
            <a:off x="2255520" y="1530350"/>
            <a:ext cx="1993900" cy="589280"/>
          </a:xfrm>
          <a:prstGeom prst="chevron">
            <a:avLst/>
          </a:prstGeom>
          <a:solidFill>
            <a:srgbClr val="25C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开停工管理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311150" y="720725"/>
            <a:ext cx="11215370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确保项目施工高效、有序运转，过程记录清晰、动态控制风险。</a:t>
            </a:r>
            <a:endParaRPr lang="en-US" altLang="zh-CN" sz="1400" b="1" dirty="0">
              <a:solidFill>
                <a:srgbClr val="FFC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9"/>
            </p:custDataLst>
          </p:nvPr>
        </p:nvSpPr>
        <p:spPr>
          <a:xfrm>
            <a:off x="495300" y="2759075"/>
            <a:ext cx="5452110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0865" y="3049270"/>
            <a:ext cx="5307330" cy="3096895"/>
          </a:xfrm>
          <a:prstGeom prst="rect">
            <a:avLst/>
          </a:prstGeom>
        </p:spPr>
      </p:pic>
      <p:sp>
        <p:nvSpPr>
          <p:cNvPr id="35" name="圆角矩形 34"/>
          <p:cNvSpPr/>
          <p:nvPr>
            <p:custDataLst>
              <p:tags r:id="rId10"/>
            </p:custDataLst>
          </p:nvPr>
        </p:nvSpPr>
        <p:spPr>
          <a:xfrm>
            <a:off x="6181090" y="2759075"/>
            <a:ext cx="5452110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2690" y="3049270"/>
            <a:ext cx="5211445" cy="30962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文本框 283"/>
          <p:cNvSpPr txBox="1"/>
          <p:nvPr>
            <p:custDataLst>
              <p:tags r:id="rId1"/>
            </p:custDataLst>
          </p:nvPr>
        </p:nvSpPr>
        <p:spPr>
          <a:xfrm>
            <a:off x="311150" y="720725"/>
            <a:ext cx="11525250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对施工过程中的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质量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安全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”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进行风险管理，严控工程质量、避免安全隐患</a:t>
            </a:r>
            <a:endParaRPr lang="zh-CN" sz="14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4.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质量安全</a:t>
            </a:r>
          </a:p>
        </p:txBody>
      </p:sp>
      <p:sp>
        <p:nvSpPr>
          <p:cNvPr id="25" name="矩形 24"/>
          <p:cNvSpPr/>
          <p:nvPr>
            <p:custDataLst>
              <p:tags r:id="rId3"/>
            </p:custDataLst>
          </p:nvPr>
        </p:nvSpPr>
        <p:spPr>
          <a:xfrm>
            <a:off x="-635" y="1569720"/>
            <a:ext cx="12192000" cy="516382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167505" y="2252980"/>
            <a:ext cx="2633980" cy="3833495"/>
            <a:chOff x="6495" y="3548"/>
            <a:chExt cx="4148" cy="6037"/>
          </a:xfrm>
        </p:grpSpPr>
        <p:grpSp>
          <p:nvGrpSpPr>
            <p:cNvPr id="28" name="组合 27"/>
            <p:cNvGrpSpPr/>
            <p:nvPr/>
          </p:nvGrpSpPr>
          <p:grpSpPr>
            <a:xfrm>
              <a:off x="6495" y="4671"/>
              <a:ext cx="4149" cy="4915"/>
              <a:chOff x="11410" y="4877"/>
              <a:chExt cx="5330" cy="4915"/>
            </a:xfrm>
            <a:effectLst>
              <a:outerShdw blurRad="50800" dist="38100" dir="2700000" algn="tl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36" name="矩形 35"/>
              <p:cNvSpPr/>
              <p:nvPr>
                <p:custDataLst>
                  <p:tags r:id="rId20"/>
                </p:custDataLst>
              </p:nvPr>
            </p:nvSpPr>
            <p:spPr>
              <a:xfrm>
                <a:off x="11410" y="4877"/>
                <a:ext cx="5329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质量检查计划</a:t>
                </a:r>
              </a:p>
            </p:txBody>
          </p:sp>
          <p:sp>
            <p:nvSpPr>
              <p:cNvPr id="39" name="矩形 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410" y="6541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质量检查</a:t>
                </a:r>
              </a:p>
            </p:txBody>
          </p:sp>
          <p:sp>
            <p:nvSpPr>
              <p:cNvPr id="42" name="矩形 41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410" y="8205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质量整改</a:t>
                </a:r>
              </a:p>
            </p:txBody>
          </p:sp>
        </p:grp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7125" y="3548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603885">
                <a:spcBef>
                  <a:spcPct val="0"/>
                </a:spcBef>
              </a:pPr>
              <a:r>
                <a:rPr kumimoji="1"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质量管理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398946" y="2252980"/>
            <a:ext cx="2633980" cy="3833495"/>
            <a:chOff x="3474" y="3548"/>
            <a:chExt cx="4148" cy="6037"/>
          </a:xfrm>
        </p:grpSpPr>
        <p:grpSp>
          <p:nvGrpSpPr>
            <p:cNvPr id="31" name="组合 30"/>
            <p:cNvGrpSpPr/>
            <p:nvPr/>
          </p:nvGrpSpPr>
          <p:grpSpPr>
            <a:xfrm>
              <a:off x="3474" y="4671"/>
              <a:ext cx="4149" cy="4915"/>
              <a:chOff x="11410" y="4877"/>
              <a:chExt cx="5330" cy="4915"/>
            </a:xfrm>
            <a:effectLst>
              <a:outerShdw blurRad="50800" dist="38100" dir="2700000" algn="tl" rotWithShape="0">
                <a:schemeClr val="bg1">
                  <a:lumMod val="50000"/>
                  <a:alpha val="40000"/>
                </a:schemeClr>
              </a:outerShdw>
            </a:effectLst>
          </p:grpSpPr>
          <p:sp>
            <p:nvSpPr>
              <p:cNvPr id="32" name="矩形 31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410" y="4877"/>
                <a:ext cx="5329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安全检查计划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410" y="6541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安全检查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矩形 37"/>
              <p:cNvSpPr/>
              <p:nvPr>
                <p:custDataLst>
                  <p:tags r:id="rId18"/>
                </p:custDataLst>
              </p:nvPr>
            </p:nvSpPr>
            <p:spPr>
              <a:xfrm>
                <a:off x="11410" y="8205"/>
                <a:ext cx="5330" cy="158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0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安全整改</a:t>
                </a:r>
                <a:endParaRPr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矩形 39"/>
            <p:cNvSpPr/>
            <p:nvPr>
              <p:custDataLst>
                <p:tags r:id="rId15"/>
              </p:custDataLst>
            </p:nvPr>
          </p:nvSpPr>
          <p:spPr>
            <a:xfrm>
              <a:off x="4104" y="3548"/>
              <a:ext cx="2889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alpha val="29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16" tIns="45718" rIns="91416" bIns="45718" rtlCol="0" anchor="ctr"/>
            <a:lstStyle/>
            <a:p>
              <a:pPr algn="ctr" defTabSz="603885">
                <a:spcBef>
                  <a:spcPct val="0"/>
                </a:spcBef>
              </a:pPr>
              <a:r>
                <a:rPr kumimoji="1"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安全管理</a:t>
              </a:r>
              <a:endPara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加号 40"/>
          <p:cNvSpPr/>
          <p:nvPr/>
        </p:nvSpPr>
        <p:spPr>
          <a:xfrm>
            <a:off x="7177405" y="3787140"/>
            <a:ext cx="975360" cy="975360"/>
          </a:xfrm>
          <a:prstGeom prst="mathPlus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3" name="圆角矩形 42"/>
          <p:cNvSpPr/>
          <p:nvPr>
            <p:custDataLst>
              <p:tags r:id="rId4"/>
            </p:custDataLst>
          </p:nvPr>
        </p:nvSpPr>
        <p:spPr>
          <a:xfrm>
            <a:off x="546735" y="1945005"/>
            <a:ext cx="11023600" cy="4444365"/>
          </a:xfrm>
          <a:prstGeom prst="roundRect">
            <a:avLst>
              <a:gd name="adj" fmla="val 1311"/>
            </a:avLst>
          </a:prstGeom>
          <a:noFill/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>
            <p:custDataLst>
              <p:tags r:id="rId5"/>
            </p:custDataLst>
          </p:nvPr>
        </p:nvSpPr>
        <p:spPr>
          <a:xfrm>
            <a:off x="1077595" y="2252980"/>
            <a:ext cx="183451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29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603885">
              <a:spcBef>
                <a:spcPct val="0"/>
              </a:spcBef>
            </a:pPr>
            <a:r>
              <a:rPr kumimoji="1"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基础资料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1036955" y="2966085"/>
            <a:ext cx="1915795" cy="3121025"/>
            <a:chOff x="1411" y="4671"/>
            <a:chExt cx="4148" cy="5040"/>
          </a:xfrm>
        </p:grpSpPr>
        <p:sp>
          <p:nvSpPr>
            <p:cNvPr id="49" name="矩形 48"/>
            <p:cNvSpPr/>
            <p:nvPr>
              <p:custDataLst>
                <p:tags r:id="rId7"/>
              </p:custDataLst>
            </p:nvPr>
          </p:nvSpPr>
          <p:spPr>
            <a:xfrm>
              <a:off x="1411" y="4671"/>
              <a:ext cx="4148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检查区域</a:t>
              </a:r>
            </a:p>
          </p:txBody>
        </p:sp>
        <p:sp>
          <p:nvSpPr>
            <p:cNvPr id="50" name="矩形 49"/>
            <p:cNvSpPr/>
            <p:nvPr>
              <p:custDataLst>
                <p:tags r:id="rId8"/>
              </p:custDataLst>
            </p:nvPr>
          </p:nvSpPr>
          <p:spPr>
            <a:xfrm>
              <a:off x="1411" y="5305"/>
              <a:ext cx="4149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涉及专业</a:t>
              </a:r>
            </a:p>
          </p:txBody>
        </p:sp>
        <p:sp>
          <p:nvSpPr>
            <p:cNvPr id="51" name="矩形 50"/>
            <p:cNvSpPr/>
            <p:nvPr>
              <p:custDataLst>
                <p:tags r:id="rId9"/>
              </p:custDataLst>
            </p:nvPr>
          </p:nvSpPr>
          <p:spPr>
            <a:xfrm>
              <a:off x="1411" y="5940"/>
              <a:ext cx="4149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质量隐患</a:t>
              </a:r>
            </a:p>
          </p:txBody>
        </p:sp>
        <p:sp>
          <p:nvSpPr>
            <p:cNvPr id="54" name="矩形 53"/>
            <p:cNvSpPr/>
            <p:nvPr>
              <p:custDataLst>
                <p:tags r:id="rId10"/>
              </p:custDataLst>
            </p:nvPr>
          </p:nvSpPr>
          <p:spPr>
            <a:xfrm>
              <a:off x="1411" y="6568"/>
              <a:ext cx="4148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质量检查库</a:t>
              </a:r>
            </a:p>
          </p:txBody>
        </p:sp>
        <p:sp>
          <p:nvSpPr>
            <p:cNvPr id="55" name="矩形 54"/>
            <p:cNvSpPr/>
            <p:nvPr>
              <p:custDataLst>
                <p:tags r:id="rId11"/>
              </p:custDataLst>
            </p:nvPr>
          </p:nvSpPr>
          <p:spPr>
            <a:xfrm>
              <a:off x="1411" y="7202"/>
              <a:ext cx="4149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质量检查性质</a:t>
              </a:r>
            </a:p>
          </p:txBody>
        </p:sp>
        <p:sp>
          <p:nvSpPr>
            <p:cNvPr id="56" name="矩形 55"/>
            <p:cNvSpPr/>
            <p:nvPr>
              <p:custDataLst>
                <p:tags r:id="rId12"/>
              </p:custDataLst>
            </p:nvPr>
          </p:nvSpPr>
          <p:spPr>
            <a:xfrm>
              <a:off x="1411" y="7837"/>
              <a:ext cx="4149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安全隐患</a:t>
              </a:r>
            </a:p>
          </p:txBody>
        </p:sp>
        <p:sp>
          <p:nvSpPr>
            <p:cNvPr id="58" name="矩形 57"/>
            <p:cNvSpPr/>
            <p:nvPr>
              <p:custDataLst>
                <p:tags r:id="rId13"/>
              </p:custDataLst>
            </p:nvPr>
          </p:nvSpPr>
          <p:spPr>
            <a:xfrm>
              <a:off x="1411" y="8473"/>
              <a:ext cx="4148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安全检查库</a:t>
              </a:r>
            </a:p>
          </p:txBody>
        </p:sp>
        <p:sp>
          <p:nvSpPr>
            <p:cNvPr id="59" name="矩形 58"/>
            <p:cNvSpPr/>
            <p:nvPr>
              <p:custDataLst>
                <p:tags r:id="rId14"/>
              </p:custDataLst>
            </p:nvPr>
          </p:nvSpPr>
          <p:spPr>
            <a:xfrm>
              <a:off x="1411" y="9107"/>
              <a:ext cx="4149" cy="60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0"/>
            <a:lstStyle/>
            <a:p>
              <a:pPr algn="ctr"/>
              <a:r>
                <a:rPr lang="zh-CN" altLang="en-US" sz="14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安全检查性质</a:t>
              </a:r>
            </a:p>
          </p:txBody>
        </p:sp>
      </p:grpSp>
      <p:sp>
        <p:nvSpPr>
          <p:cNvPr id="62" name="等腰三角形 61"/>
          <p:cNvSpPr/>
          <p:nvPr>
            <p:custDataLst>
              <p:tags r:id="rId6"/>
            </p:custDataLst>
          </p:nvPr>
        </p:nvSpPr>
        <p:spPr>
          <a:xfrm rot="5400000">
            <a:off x="3156585" y="4131945"/>
            <a:ext cx="793115" cy="476885"/>
          </a:xfrm>
          <a:prstGeom prst="triangl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-635" y="1296670"/>
            <a:ext cx="12192000" cy="54368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 descr="证书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20" y="1895475"/>
            <a:ext cx="10116185" cy="477139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8" name="标题 1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5.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证照管理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31800" y="1499235"/>
            <a:ext cx="15024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 b="1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证书管理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805555" y="1527175"/>
            <a:ext cx="15024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 b="1">
                <a:solidFill>
                  <a:srgbClr val="24BEB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证书借出</a:t>
            </a: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7179945" y="1527175"/>
            <a:ext cx="15024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 b="1">
                <a:solidFill>
                  <a:srgbClr val="9F55FB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证书归还</a:t>
            </a: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568960" y="610235"/>
            <a:ext cx="11054715" cy="506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管理个人或公司</a:t>
            </a:r>
            <a:r>
              <a:rPr lang="en-US" alt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证书的类别、级别、持证人、到期日等，日常的借出、归还等。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837940" y="1895475"/>
            <a:ext cx="7741285" cy="474345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11" name="图片 10" descr="证书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8175" y="1895475"/>
            <a:ext cx="6069330" cy="4771390"/>
          </a:xfrm>
          <a:prstGeom prst="rect">
            <a:avLst/>
          </a:prstGeom>
          <a:ln>
            <a:solidFill>
              <a:srgbClr val="25C1FB"/>
            </a:solidFill>
          </a:ln>
        </p:spPr>
      </p:pic>
      <p:pic>
        <p:nvPicPr>
          <p:cNvPr id="12" name="图片 11" descr="证书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3725" y="1895475"/>
            <a:ext cx="4909185" cy="4771390"/>
          </a:xfrm>
          <a:prstGeom prst="rect">
            <a:avLst/>
          </a:prstGeom>
          <a:ln>
            <a:solidFill>
              <a:srgbClr val="25C1FB"/>
            </a:solidFill>
          </a:ln>
        </p:spPr>
      </p:pic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690370"/>
            <a:ext cx="12192000" cy="50431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联营合作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68960" y="734695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</a:pPr>
            <a:r>
              <a:rPr 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</a:t>
            </a: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代收代付、管理费、税费、挂靠与被挂靠业务</a:t>
            </a:r>
          </a:p>
        </p:txBody>
      </p:sp>
      <p:grpSp>
        <p:nvGrpSpPr>
          <p:cNvPr id="24" name="组合 23"/>
          <p:cNvGrpSpPr/>
          <p:nvPr>
            <p:custDataLst>
              <p:tags r:id="rId3"/>
            </p:custDataLst>
          </p:nvPr>
        </p:nvGrpSpPr>
        <p:grpSpPr>
          <a:xfrm>
            <a:off x="415290" y="3113405"/>
            <a:ext cx="1635760" cy="3098800"/>
            <a:chOff x="1555" y="4903"/>
            <a:chExt cx="2576" cy="4880"/>
          </a:xfrm>
        </p:grpSpPr>
        <p:sp>
          <p:nvSpPr>
            <p:cNvPr id="8" name="矩形 7"/>
            <p:cNvSpPr/>
            <p:nvPr>
              <p:custDataLst>
                <p:tags r:id="rId29"/>
              </p:custDataLst>
            </p:nvPr>
          </p:nvSpPr>
          <p:spPr>
            <a:xfrm>
              <a:off x="1555" y="4903"/>
              <a:ext cx="2577" cy="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0"/>
              </p:custDataLst>
            </p:nvPr>
          </p:nvSpPr>
          <p:spPr>
            <a:xfrm>
              <a:off x="1828" y="6819"/>
              <a:ext cx="20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往来收款</a:t>
              </a:r>
            </a:p>
          </p:txBody>
        </p:sp>
        <p:sp>
          <p:nvSpPr>
            <p:cNvPr id="11" name="文本框 10"/>
            <p:cNvSpPr txBox="1"/>
            <p:nvPr>
              <p:custDataLst>
                <p:tags r:id="rId31"/>
              </p:custDataLst>
            </p:nvPr>
          </p:nvSpPr>
          <p:spPr>
            <a:xfrm>
              <a:off x="1823" y="7693"/>
              <a:ext cx="204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zh-CN" altLang="en-US" sz="1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在未收到甲方项目款前，挂靠方付的工程垫资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32"/>
              </p:custDataLst>
            </p:nvPr>
          </p:nvSpPr>
          <p:spPr>
            <a:xfrm>
              <a:off x="2027" y="5365"/>
              <a:ext cx="1579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200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23" name="组合 22"/>
          <p:cNvGrpSpPr/>
          <p:nvPr>
            <p:custDataLst>
              <p:tags r:id="rId4"/>
            </p:custDataLst>
          </p:nvPr>
        </p:nvGrpSpPr>
        <p:grpSpPr>
          <a:xfrm>
            <a:off x="2239010" y="3114040"/>
            <a:ext cx="1635760" cy="3098800"/>
            <a:chOff x="5453" y="4903"/>
            <a:chExt cx="2576" cy="4880"/>
          </a:xfrm>
        </p:grpSpPr>
        <p:sp>
          <p:nvSpPr>
            <p:cNvPr id="15" name="矩形 14"/>
            <p:cNvSpPr/>
            <p:nvPr>
              <p:custDataLst>
                <p:tags r:id="rId25"/>
              </p:custDataLst>
            </p:nvPr>
          </p:nvSpPr>
          <p:spPr>
            <a:xfrm>
              <a:off x="5453" y="4903"/>
              <a:ext cx="2577" cy="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>
              <p:custDataLst>
                <p:tags r:id="rId26"/>
              </p:custDataLst>
            </p:nvPr>
          </p:nvSpPr>
          <p:spPr>
            <a:xfrm>
              <a:off x="5723" y="6820"/>
              <a:ext cx="20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往来收款退回</a:t>
              </a:r>
            </a:p>
          </p:txBody>
        </p:sp>
        <p:sp>
          <p:nvSpPr>
            <p:cNvPr id="17" name="文本框 16"/>
            <p:cNvSpPr txBox="1"/>
            <p:nvPr>
              <p:custDataLst>
                <p:tags r:id="rId27"/>
              </p:custDataLst>
            </p:nvPr>
          </p:nvSpPr>
          <p:spPr>
            <a:xfrm>
              <a:off x="5721" y="7693"/>
              <a:ext cx="204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zh-CN" altLang="en-US" sz="1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在收到甲方项目款后，退还挂靠方的工程垫资</a:t>
              </a:r>
            </a:p>
          </p:txBody>
        </p:sp>
        <p:sp>
          <p:nvSpPr>
            <p:cNvPr id="18" name="文本框 17"/>
            <p:cNvSpPr txBox="1"/>
            <p:nvPr>
              <p:custDataLst>
                <p:tags r:id="rId28"/>
              </p:custDataLst>
            </p:nvPr>
          </p:nvSpPr>
          <p:spPr>
            <a:xfrm>
              <a:off x="6000" y="5365"/>
              <a:ext cx="149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200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</a:p>
          </p:txBody>
        </p:sp>
      </p:grpSp>
      <p:grpSp>
        <p:nvGrpSpPr>
          <p:cNvPr id="22" name="组合 21"/>
          <p:cNvGrpSpPr/>
          <p:nvPr>
            <p:custDataLst>
              <p:tags r:id="rId5"/>
            </p:custDataLst>
          </p:nvPr>
        </p:nvGrpSpPr>
        <p:grpSpPr>
          <a:xfrm>
            <a:off x="4062730" y="3113405"/>
            <a:ext cx="1635760" cy="3098800"/>
            <a:chOff x="9351" y="4903"/>
            <a:chExt cx="2576" cy="4880"/>
          </a:xfrm>
        </p:grpSpPr>
        <p:sp>
          <p:nvSpPr>
            <p:cNvPr id="20" name="矩形 19"/>
            <p:cNvSpPr/>
            <p:nvPr>
              <p:custDataLst>
                <p:tags r:id="rId21"/>
              </p:custDataLst>
            </p:nvPr>
          </p:nvSpPr>
          <p:spPr>
            <a:xfrm>
              <a:off x="9351" y="4903"/>
              <a:ext cx="2577" cy="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>
              <p:custDataLst>
                <p:tags r:id="rId22"/>
              </p:custDataLst>
            </p:nvPr>
          </p:nvSpPr>
          <p:spPr>
            <a:xfrm>
              <a:off x="9621" y="6820"/>
              <a:ext cx="20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往来付款</a:t>
              </a:r>
            </a:p>
          </p:txBody>
        </p:sp>
        <p:sp>
          <p:nvSpPr>
            <p:cNvPr id="5" name="文本框 4"/>
            <p:cNvSpPr txBox="1"/>
            <p:nvPr>
              <p:custDataLst>
                <p:tags r:id="rId23"/>
              </p:custDataLst>
            </p:nvPr>
          </p:nvSpPr>
          <p:spPr>
            <a:xfrm>
              <a:off x="9619" y="7693"/>
              <a:ext cx="204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zh-CN" altLang="en-US" sz="1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帮挂靠方代缴税费及施工管理费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24"/>
              </p:custDataLst>
            </p:nvPr>
          </p:nvSpPr>
          <p:spPr>
            <a:xfrm>
              <a:off x="9877" y="5365"/>
              <a:ext cx="1510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200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</a:p>
          </p:txBody>
        </p:sp>
      </p:grpSp>
      <p:grpSp>
        <p:nvGrpSpPr>
          <p:cNvPr id="16" name="组合 15"/>
          <p:cNvGrpSpPr/>
          <p:nvPr>
            <p:custDataLst>
              <p:tags r:id="rId6"/>
            </p:custDataLst>
          </p:nvPr>
        </p:nvGrpSpPr>
        <p:grpSpPr>
          <a:xfrm>
            <a:off x="5886450" y="3114675"/>
            <a:ext cx="1635760" cy="3098800"/>
            <a:chOff x="13249" y="4903"/>
            <a:chExt cx="2576" cy="4880"/>
          </a:xfrm>
        </p:grpSpPr>
        <p:sp>
          <p:nvSpPr>
            <p:cNvPr id="25" name="矩形 24"/>
            <p:cNvSpPr/>
            <p:nvPr>
              <p:custDataLst>
                <p:tags r:id="rId17"/>
              </p:custDataLst>
            </p:nvPr>
          </p:nvSpPr>
          <p:spPr>
            <a:xfrm>
              <a:off x="13249" y="4903"/>
              <a:ext cx="2577" cy="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>
              <p:custDataLst>
                <p:tags r:id="rId18"/>
              </p:custDataLst>
            </p:nvPr>
          </p:nvSpPr>
          <p:spPr>
            <a:xfrm>
              <a:off x="13519" y="6820"/>
              <a:ext cx="20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往来付款退回</a:t>
              </a:r>
            </a:p>
          </p:txBody>
        </p:sp>
        <p:sp>
          <p:nvSpPr>
            <p:cNvPr id="29" name="文本框 28"/>
            <p:cNvSpPr txBox="1"/>
            <p:nvPr>
              <p:custDataLst>
                <p:tags r:id="rId19"/>
              </p:custDataLst>
            </p:nvPr>
          </p:nvSpPr>
          <p:spPr>
            <a:xfrm>
              <a:off x="13465" y="7693"/>
              <a:ext cx="2143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zh-CN" altLang="en-US" sz="10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挂靠方退还我公司代缴税费和施工管理费，或从项目付款中扣除相关代付款</a:t>
              </a:r>
            </a:p>
          </p:txBody>
        </p:sp>
        <p:sp>
          <p:nvSpPr>
            <p:cNvPr id="30" name="文本框 29"/>
            <p:cNvSpPr txBox="1"/>
            <p:nvPr>
              <p:custDataLst>
                <p:tags r:id="rId20"/>
              </p:custDataLst>
            </p:nvPr>
          </p:nvSpPr>
          <p:spPr>
            <a:xfrm>
              <a:off x="13784" y="5365"/>
              <a:ext cx="153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200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370840" y="1939925"/>
            <a:ext cx="63347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当我方为”</a:t>
            </a: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被挂靠方</a:t>
            </a: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“时，</a:t>
            </a:r>
          </a:p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和挂靠方的以下业务的处理：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>
            <p:custDataLst>
              <p:tags r:id="rId7"/>
            </p:custDataLst>
          </p:nvPr>
        </p:nvGrpSpPr>
        <p:grpSpPr>
          <a:xfrm>
            <a:off x="8366760" y="3113405"/>
            <a:ext cx="1636395" cy="3098800"/>
            <a:chOff x="1555" y="4903"/>
            <a:chExt cx="2577" cy="4880"/>
          </a:xfrm>
        </p:grpSpPr>
        <p:sp>
          <p:nvSpPr>
            <p:cNvPr id="27" name="矩形 26"/>
            <p:cNvSpPr/>
            <p:nvPr>
              <p:custDataLst>
                <p:tags r:id="rId13"/>
              </p:custDataLst>
            </p:nvPr>
          </p:nvSpPr>
          <p:spPr>
            <a:xfrm>
              <a:off x="1555" y="4903"/>
              <a:ext cx="2577" cy="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>
              <p:custDataLst>
                <p:tags r:id="rId14"/>
              </p:custDataLst>
            </p:nvPr>
          </p:nvSpPr>
          <p:spPr>
            <a:xfrm>
              <a:off x="1828" y="6819"/>
              <a:ext cx="20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往来付款</a:t>
              </a:r>
              <a:endParaRPr lang="zh-CN" altLang="en-US" b="1">
                <a:solidFill>
                  <a:srgbClr val="25C1F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5"/>
              </p:custDataLst>
            </p:nvPr>
          </p:nvSpPr>
          <p:spPr>
            <a:xfrm>
              <a:off x="1823" y="7693"/>
              <a:ext cx="2040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在被挂靠方未收到甲方项目款前，我方付的工程垫资</a:t>
              </a:r>
              <a:endPara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16"/>
              </p:custDataLst>
            </p:nvPr>
          </p:nvSpPr>
          <p:spPr>
            <a:xfrm>
              <a:off x="2027" y="5365"/>
              <a:ext cx="1579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200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</p:grpSp>
      <p:grpSp>
        <p:nvGrpSpPr>
          <p:cNvPr id="35" name="组合 34"/>
          <p:cNvGrpSpPr/>
          <p:nvPr>
            <p:custDataLst>
              <p:tags r:id="rId8"/>
            </p:custDataLst>
          </p:nvPr>
        </p:nvGrpSpPr>
        <p:grpSpPr>
          <a:xfrm>
            <a:off x="10184765" y="3114040"/>
            <a:ext cx="1636395" cy="3098800"/>
            <a:chOff x="5453" y="4903"/>
            <a:chExt cx="2577" cy="4880"/>
          </a:xfrm>
        </p:grpSpPr>
        <p:sp>
          <p:nvSpPr>
            <p:cNvPr id="36" name="矩形 35"/>
            <p:cNvSpPr/>
            <p:nvPr>
              <p:custDataLst>
                <p:tags r:id="rId9"/>
              </p:custDataLst>
            </p:nvPr>
          </p:nvSpPr>
          <p:spPr>
            <a:xfrm>
              <a:off x="5453" y="4903"/>
              <a:ext cx="2577" cy="4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>
              <p:custDataLst>
                <p:tags r:id="rId10"/>
              </p:custDataLst>
            </p:nvPr>
          </p:nvSpPr>
          <p:spPr>
            <a:xfrm>
              <a:off x="5723" y="6820"/>
              <a:ext cx="203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往来付款退回</a:t>
              </a:r>
              <a:endParaRPr lang="zh-CN" altLang="en-US" b="1">
                <a:solidFill>
                  <a:srgbClr val="25C1FB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1"/>
              </p:custDataLst>
            </p:nvPr>
          </p:nvSpPr>
          <p:spPr>
            <a:xfrm>
              <a:off x="5721" y="7693"/>
              <a:ext cx="2040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200000"/>
                </a:lnSpc>
              </a:pPr>
              <a:r>
                <a:rPr lang="zh-CN" altLang="en-US" sz="1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在被挂靠方收到甲方项目款后，退还我方的工程垫资</a:t>
              </a:r>
              <a:endParaRPr lang="zh-CN" altLang="en-US"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12"/>
              </p:custDataLst>
            </p:nvPr>
          </p:nvSpPr>
          <p:spPr>
            <a:xfrm>
              <a:off x="6000" y="5365"/>
              <a:ext cx="1495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200" b="1">
                  <a:solidFill>
                    <a:srgbClr val="25C1F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8300720" y="1939925"/>
            <a:ext cx="63347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当我方为”</a:t>
            </a:r>
            <a:r>
              <a:rPr lang="zh-CN" altLang="en-US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挂靠方</a:t>
            </a: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“时，</a:t>
            </a:r>
          </a:p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和被挂靠方的以下业务的处理：</a:t>
            </a:r>
            <a:endParaRPr lang="zh-CN" altLang="en-US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921625" y="2185670"/>
            <a:ext cx="0" cy="426910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-635" y="1558925"/>
            <a:ext cx="12192000" cy="517461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2"/>
            </p:custDataLst>
          </p:nvPr>
        </p:nvSpPr>
        <p:spPr>
          <a:xfrm>
            <a:off x="321310" y="1924685"/>
            <a:ext cx="5359400" cy="451485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文本框 283"/>
          <p:cNvSpPr txBox="1"/>
          <p:nvPr>
            <p:custDataLst>
              <p:tags r:id="rId3"/>
            </p:custDataLst>
          </p:nvPr>
        </p:nvSpPr>
        <p:spPr>
          <a:xfrm>
            <a:off x="311150" y="617855"/>
            <a:ext cx="11215370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规范售后服务流程，保证服务质量的同时形成内部服务处理知识库。</a:t>
            </a:r>
            <a:endParaRPr lang="zh-CN" altLang="en-US" sz="14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标题 1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7.</a:t>
            </a: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售后服务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流程图: 可选过程 3"/>
          <p:cNvSpPr/>
          <p:nvPr>
            <p:custDataLst>
              <p:tags r:id="rId5"/>
            </p:custDataLst>
          </p:nvPr>
        </p:nvSpPr>
        <p:spPr>
          <a:xfrm>
            <a:off x="3813175" y="5640070"/>
            <a:ext cx="1292225" cy="467995"/>
          </a:xfrm>
          <a:prstGeom prst="flowChartAlternateProcess">
            <a:avLst/>
          </a:prstGeom>
          <a:solidFill>
            <a:srgbClr val="9F5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回访评价</a:t>
            </a:r>
          </a:p>
        </p:txBody>
      </p:sp>
      <p:sp>
        <p:nvSpPr>
          <p:cNvPr id="78" name="流程图: 可选过程 77"/>
          <p:cNvSpPr/>
          <p:nvPr>
            <p:custDataLst>
              <p:tags r:id="rId6"/>
            </p:custDataLst>
          </p:nvPr>
        </p:nvSpPr>
        <p:spPr>
          <a:xfrm>
            <a:off x="3813630" y="2830830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工单登记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5267960" y="2694305"/>
            <a:ext cx="413385" cy="2118995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不派工也能直接做服务处理</a:t>
            </a:r>
          </a:p>
        </p:txBody>
      </p:sp>
      <p:sp>
        <p:nvSpPr>
          <p:cNvPr id="6" name="流程图: 可选过程 5"/>
          <p:cNvSpPr/>
          <p:nvPr>
            <p:custDataLst>
              <p:tags r:id="rId7"/>
            </p:custDataLst>
          </p:nvPr>
        </p:nvSpPr>
        <p:spPr>
          <a:xfrm>
            <a:off x="3813175" y="3533140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售后派工</a:t>
            </a:r>
          </a:p>
        </p:txBody>
      </p:sp>
      <p:sp>
        <p:nvSpPr>
          <p:cNvPr id="16" name="流程图: 可选过程 15"/>
          <p:cNvSpPr/>
          <p:nvPr>
            <p:custDataLst>
              <p:tags r:id="rId8"/>
            </p:custDataLst>
          </p:nvPr>
        </p:nvSpPr>
        <p:spPr>
          <a:xfrm>
            <a:off x="3813175" y="4235450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服务处理</a:t>
            </a:r>
          </a:p>
        </p:txBody>
      </p:sp>
      <p:cxnSp>
        <p:nvCxnSpPr>
          <p:cNvPr id="19" name="直接箭头连接符 18"/>
          <p:cNvCxnSpPr/>
          <p:nvPr>
            <p:custDataLst>
              <p:tags r:id="rId9"/>
            </p:custDataLst>
          </p:nvPr>
        </p:nvCxnSpPr>
        <p:spPr>
          <a:xfrm>
            <a:off x="4459605" y="3287395"/>
            <a:ext cx="0" cy="26733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流程图: 可选过程 25"/>
          <p:cNvSpPr/>
          <p:nvPr>
            <p:custDataLst>
              <p:tags r:id="rId10"/>
            </p:custDataLst>
          </p:nvPr>
        </p:nvSpPr>
        <p:spPr>
          <a:xfrm>
            <a:off x="471805" y="2831465"/>
            <a:ext cx="1440000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服务产品档案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08965" y="2143125"/>
            <a:ext cx="16256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业务流程：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4" name="肘形连接符 33"/>
          <p:cNvCxnSpPr>
            <a:stCxn id="78" idx="3"/>
            <a:endCxn id="16" idx="3"/>
          </p:cNvCxnSpPr>
          <p:nvPr/>
        </p:nvCxnSpPr>
        <p:spPr>
          <a:xfrm flipH="1">
            <a:off x="5105400" y="3065145"/>
            <a:ext cx="635" cy="1404620"/>
          </a:xfrm>
          <a:prstGeom prst="bentConnector3">
            <a:avLst>
              <a:gd name="adj1" fmla="val -37500000"/>
            </a:avLst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流程图: 可选过程 34"/>
          <p:cNvSpPr/>
          <p:nvPr>
            <p:custDataLst>
              <p:tags r:id="rId11"/>
            </p:custDataLst>
          </p:nvPr>
        </p:nvSpPr>
        <p:spPr>
          <a:xfrm>
            <a:off x="2224860" y="2831465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售后交接</a:t>
            </a: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3487875" y="3065145"/>
            <a:ext cx="32956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流程图: 可选过程 4"/>
          <p:cNvSpPr/>
          <p:nvPr>
            <p:custDataLst>
              <p:tags r:id="rId12"/>
            </p:custDataLst>
          </p:nvPr>
        </p:nvSpPr>
        <p:spPr>
          <a:xfrm>
            <a:off x="3813175" y="4937760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服务收费</a:t>
            </a:r>
          </a:p>
        </p:txBody>
      </p:sp>
      <p:cxnSp>
        <p:nvCxnSpPr>
          <p:cNvPr id="7" name="直接箭头连接符 6"/>
          <p:cNvCxnSpPr/>
          <p:nvPr>
            <p:custDataLst>
              <p:tags r:id="rId13"/>
            </p:custDataLst>
          </p:nvPr>
        </p:nvCxnSpPr>
        <p:spPr>
          <a:xfrm>
            <a:off x="4459605" y="3984625"/>
            <a:ext cx="0" cy="26733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14"/>
            </p:custDataLst>
          </p:nvPr>
        </p:nvCxnSpPr>
        <p:spPr>
          <a:xfrm>
            <a:off x="4459605" y="4703445"/>
            <a:ext cx="0" cy="26733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15"/>
            </p:custDataLst>
          </p:nvPr>
        </p:nvCxnSpPr>
        <p:spPr>
          <a:xfrm>
            <a:off x="4459605" y="5384165"/>
            <a:ext cx="0" cy="26733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895295" y="3065145"/>
            <a:ext cx="329565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>
            <p:custDataLst>
              <p:tags r:id="rId16"/>
            </p:custDataLst>
          </p:nvPr>
        </p:nvSpPr>
        <p:spPr>
          <a:xfrm>
            <a:off x="5843270" y="1924685"/>
            <a:ext cx="6061710" cy="451485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64860" y="2284095"/>
            <a:ext cx="6015355" cy="38773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/>
          <p:cNvSpPr/>
          <p:nvPr>
            <p:custDataLst>
              <p:tags r:id="rId1"/>
            </p:custDataLst>
          </p:nvPr>
        </p:nvSpPr>
        <p:spPr>
          <a:xfrm flipV="1">
            <a:off x="-635" y="1365885"/>
            <a:ext cx="12192000" cy="105854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文本框 283"/>
          <p:cNvSpPr txBox="1"/>
          <p:nvPr>
            <p:custDataLst>
              <p:tags r:id="rId2"/>
            </p:custDataLst>
          </p:nvPr>
        </p:nvSpPr>
        <p:spPr>
          <a:xfrm>
            <a:off x="311150" y="720725"/>
            <a:ext cx="11215370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按项目进行提成的计算、发放。项目提成发放规则的制定、实际发放数据的记录和统计。</a:t>
            </a:r>
            <a:endParaRPr lang="zh-CN" altLang="en-US" sz="14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8.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项目提成</a:t>
            </a:r>
          </a:p>
        </p:txBody>
      </p:sp>
      <p:sp>
        <p:nvSpPr>
          <p:cNvPr id="4" name="流程图: 可选过程 3"/>
          <p:cNvSpPr/>
          <p:nvPr>
            <p:custDataLst>
              <p:tags r:id="rId4"/>
            </p:custDataLst>
          </p:nvPr>
        </p:nvSpPr>
        <p:spPr>
          <a:xfrm>
            <a:off x="4062095" y="5968365"/>
            <a:ext cx="1292225" cy="467995"/>
          </a:xfrm>
          <a:prstGeom prst="flowChartAlternateProcess">
            <a:avLst/>
          </a:prstGeom>
          <a:solidFill>
            <a:srgbClr val="9F5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提成统计表</a:t>
            </a:r>
          </a:p>
        </p:txBody>
      </p:sp>
      <p:sp>
        <p:nvSpPr>
          <p:cNvPr id="78" name="流程图: 可选过程 77"/>
          <p:cNvSpPr/>
          <p:nvPr>
            <p:custDataLst>
              <p:tags r:id="rId5"/>
            </p:custDataLst>
          </p:nvPr>
        </p:nvSpPr>
        <p:spPr>
          <a:xfrm>
            <a:off x="4062095" y="3164205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提成方案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5516880" y="3409950"/>
            <a:ext cx="413385" cy="1805940"/>
          </a:xfrm>
          <a:prstGeom prst="rect">
            <a:avLst/>
          </a:prstGeom>
          <a:noFill/>
        </p:spPr>
        <p:txBody>
          <a:bodyPr vert="mongolianVert"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不做分配单也能提成结算</a:t>
            </a:r>
          </a:p>
        </p:txBody>
      </p:sp>
      <p:sp>
        <p:nvSpPr>
          <p:cNvPr id="6" name="流程图: 可选过程 5"/>
          <p:cNvSpPr/>
          <p:nvPr>
            <p:custDataLst>
              <p:tags r:id="rId6"/>
            </p:custDataLst>
          </p:nvPr>
        </p:nvSpPr>
        <p:spPr>
          <a:xfrm>
            <a:off x="4062095" y="4098925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提成分配</a:t>
            </a:r>
          </a:p>
        </p:txBody>
      </p:sp>
      <p:sp>
        <p:nvSpPr>
          <p:cNvPr id="16" name="流程图: 可选过程 15"/>
          <p:cNvSpPr/>
          <p:nvPr>
            <p:custDataLst>
              <p:tags r:id="rId7"/>
            </p:custDataLst>
          </p:nvPr>
        </p:nvSpPr>
        <p:spPr>
          <a:xfrm>
            <a:off x="4062095" y="5033645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项目提成（结算）</a:t>
            </a:r>
          </a:p>
        </p:txBody>
      </p:sp>
      <p:cxnSp>
        <p:nvCxnSpPr>
          <p:cNvPr id="19" name="直接箭头连接符 18"/>
          <p:cNvCxnSpPr/>
          <p:nvPr>
            <p:custDataLst>
              <p:tags r:id="rId8"/>
            </p:custDataLst>
          </p:nvPr>
        </p:nvCxnSpPr>
        <p:spPr>
          <a:xfrm>
            <a:off x="4708525" y="3664585"/>
            <a:ext cx="0" cy="41211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9"/>
            </p:custDataLst>
          </p:nvPr>
        </p:nvCxnSpPr>
        <p:spPr>
          <a:xfrm>
            <a:off x="4708525" y="4601845"/>
            <a:ext cx="0" cy="41211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10"/>
            </p:custDataLst>
          </p:nvPr>
        </p:nvCxnSpPr>
        <p:spPr>
          <a:xfrm>
            <a:off x="4708525" y="5528310"/>
            <a:ext cx="0" cy="412115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465070" y="2531745"/>
            <a:ext cx="16256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业务流程：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34" name="肘形连接符 33"/>
          <p:cNvCxnSpPr>
            <a:stCxn id="78" idx="3"/>
            <a:endCxn id="16" idx="3"/>
          </p:cNvCxnSpPr>
          <p:nvPr/>
        </p:nvCxnSpPr>
        <p:spPr>
          <a:xfrm>
            <a:off x="5354320" y="3398520"/>
            <a:ext cx="3175" cy="1869440"/>
          </a:xfrm>
          <a:prstGeom prst="bentConnector3">
            <a:avLst>
              <a:gd name="adj1" fmla="val 7500000"/>
            </a:avLst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流程图: 可选过程 34"/>
          <p:cNvSpPr/>
          <p:nvPr>
            <p:custDataLst>
              <p:tags r:id="rId11"/>
            </p:custDataLst>
          </p:nvPr>
        </p:nvSpPr>
        <p:spPr>
          <a:xfrm>
            <a:off x="2465070" y="3164205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方案变更</a:t>
            </a:r>
          </a:p>
        </p:txBody>
      </p:sp>
      <p:sp>
        <p:nvSpPr>
          <p:cNvPr id="36" name="流程图: 可选过程 35"/>
          <p:cNvSpPr/>
          <p:nvPr>
            <p:custDataLst>
              <p:tags r:id="rId12"/>
            </p:custDataLst>
          </p:nvPr>
        </p:nvSpPr>
        <p:spPr>
          <a:xfrm>
            <a:off x="2465070" y="4098925"/>
            <a:ext cx="1292225" cy="467995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l"/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分配变更</a:t>
            </a:r>
          </a:p>
        </p:txBody>
      </p:sp>
      <p:cxnSp>
        <p:nvCxnSpPr>
          <p:cNvPr id="37" name="直接箭头连接符 36"/>
          <p:cNvCxnSpPr>
            <a:stCxn id="78" idx="1"/>
            <a:endCxn id="35" idx="3"/>
          </p:cNvCxnSpPr>
          <p:nvPr/>
        </p:nvCxnSpPr>
        <p:spPr>
          <a:xfrm flipH="1">
            <a:off x="3757295" y="3398520"/>
            <a:ext cx="30480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6" idx="1"/>
          </p:cNvCxnSpPr>
          <p:nvPr/>
        </p:nvCxnSpPr>
        <p:spPr>
          <a:xfrm flipH="1">
            <a:off x="3753485" y="4333240"/>
            <a:ext cx="308610" cy="0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398145" y="1553845"/>
            <a:ext cx="112280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运用场景：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先根据项目产值或服务量计算项目的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提成总额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，后根据项目的执行针对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项目团队成员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提成分配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，再以发工资的形式进行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提成结算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9035" y="2513330"/>
            <a:ext cx="5669280" cy="427355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63550" y="2531745"/>
            <a:ext cx="1637665" cy="3904615"/>
            <a:chOff x="882" y="4005"/>
            <a:chExt cx="2579" cy="6149"/>
          </a:xfrm>
        </p:grpSpPr>
        <p:grpSp>
          <p:nvGrpSpPr>
            <p:cNvPr id="32" name="组合 31"/>
            <p:cNvGrpSpPr/>
            <p:nvPr/>
          </p:nvGrpSpPr>
          <p:grpSpPr>
            <a:xfrm>
              <a:off x="882" y="5001"/>
              <a:ext cx="2534" cy="2771"/>
              <a:chOff x="882" y="4325"/>
              <a:chExt cx="2534" cy="2771"/>
            </a:xfrm>
          </p:grpSpPr>
          <p:sp>
            <p:nvSpPr>
              <p:cNvPr id="10" name="流程图: 可选过程 9"/>
              <p:cNvSpPr/>
              <p:nvPr>
                <p:custDataLst>
                  <p:tags r:id="rId15"/>
                </p:custDataLst>
              </p:nvPr>
            </p:nvSpPr>
            <p:spPr>
              <a:xfrm>
                <a:off x="882" y="4325"/>
                <a:ext cx="2534" cy="737"/>
              </a:xfrm>
              <a:prstGeom prst="flowChartAlternateProcess">
                <a:avLst/>
              </a:prstGeom>
              <a:solidFill>
                <a:srgbClr val="25C1F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1"/>
              <a:lstStyle/>
              <a:p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提成类别</a:t>
                </a:r>
              </a:p>
            </p:txBody>
          </p:sp>
          <p:sp>
            <p:nvSpPr>
              <p:cNvPr id="11" name="流程图: 过程 10"/>
              <p:cNvSpPr/>
              <p:nvPr>
                <p:custDataLst>
                  <p:tags r:id="rId16"/>
                </p:custDataLst>
              </p:nvPr>
            </p:nvSpPr>
            <p:spPr>
              <a:xfrm>
                <a:off x="882" y="5062"/>
                <a:ext cx="2517" cy="2035"/>
              </a:xfrm>
              <a:prstGeom prst="flowChartProcess">
                <a:avLst/>
              </a:prstGeom>
              <a:noFill/>
              <a:ln w="12700">
                <a:solidFill>
                  <a:srgbClr val="E7F1FF"/>
                </a:solidFill>
                <a:beve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提成分类，如：销售提成、设计提成、实施提成等。</a:t>
                </a: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支持树状结构。</a:t>
                </a:r>
              </a:p>
            </p:txBody>
          </p:sp>
        </p:grpSp>
        <p:sp>
          <p:nvSpPr>
            <p:cNvPr id="12" name="文本框 11"/>
            <p:cNvSpPr txBox="1"/>
            <p:nvPr/>
          </p:nvSpPr>
          <p:spPr>
            <a:xfrm>
              <a:off x="901" y="4005"/>
              <a:ext cx="2560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基础设置：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882" y="8272"/>
              <a:ext cx="2536" cy="1883"/>
              <a:chOff x="882" y="7520"/>
              <a:chExt cx="2536" cy="1883"/>
            </a:xfrm>
          </p:grpSpPr>
          <p:sp>
            <p:nvSpPr>
              <p:cNvPr id="13" name="流程图: 可选过程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882" y="7520"/>
                <a:ext cx="2536" cy="737"/>
              </a:xfrm>
              <a:prstGeom prst="flowChartAlternateProcess">
                <a:avLst/>
              </a:prstGeom>
              <a:solidFill>
                <a:srgbClr val="25C1F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 anchorCtr="1"/>
              <a:lstStyle/>
              <a:p>
                <a:r>
                  <a:rPr lang="zh-CN" altLang="en-US" sz="14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项目提成参数</a:t>
                </a:r>
              </a:p>
            </p:txBody>
          </p:sp>
          <p:sp>
            <p:nvSpPr>
              <p:cNvPr id="14" name="流程图: 过程 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882" y="8262"/>
                <a:ext cx="2517" cy="1141"/>
              </a:xfrm>
              <a:prstGeom prst="flowChartProcess">
                <a:avLst/>
              </a:prstGeom>
              <a:noFill/>
              <a:ln w="12700">
                <a:solidFill>
                  <a:srgbClr val="E7F1FF"/>
                </a:solidFill>
                <a:bevel/>
              </a:ln>
              <a:effectLst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不做分配单也能提成结算</a:t>
                </a:r>
              </a:p>
            </p:txBody>
          </p:sp>
        </p:grpSp>
      </p:grp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296670"/>
            <a:ext cx="12192000" cy="54368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工资管理</a:t>
            </a: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68960" y="610235"/>
            <a:ext cx="11054715" cy="5067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解决工资的预支、计提、实发的登记、统计问题。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31800" y="1895475"/>
            <a:ext cx="10782300" cy="474345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37940" y="1895475"/>
            <a:ext cx="7741285" cy="474345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186295" y="1895475"/>
            <a:ext cx="4610100" cy="474345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431800" y="1499235"/>
            <a:ext cx="15024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 b="1">
                <a:solidFill>
                  <a:srgbClr val="00B0F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预支工资</a:t>
            </a: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805555" y="1527175"/>
            <a:ext cx="15024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 b="1">
                <a:solidFill>
                  <a:srgbClr val="24BEB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实发工资</a:t>
            </a: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7179945" y="1527175"/>
            <a:ext cx="15024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 b="1">
                <a:solidFill>
                  <a:srgbClr val="9F55FB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工资余额表</a:t>
            </a: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406525"/>
            <a:ext cx="12192000" cy="5327015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4" name="文本框 283"/>
          <p:cNvSpPr txBox="1"/>
          <p:nvPr>
            <p:custDataLst>
              <p:tags r:id="rId2"/>
            </p:custDataLst>
          </p:nvPr>
        </p:nvSpPr>
        <p:spPr>
          <a:xfrm>
            <a:off x="311150" y="627380"/>
            <a:ext cx="11215370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员工基本信息、人事变动、考勤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打卡的管理</a:t>
            </a:r>
            <a:endParaRPr lang="zh-CN" altLang="en-US" sz="1400" b="1" dirty="0">
              <a:solidFill>
                <a:srgbClr val="FFC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标题 1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10.</a:t>
            </a:r>
            <a:r>
              <a:rPr lang="zh-CN" altLang="en-US" sz="2800" dirty="0">
                <a:sym typeface="+mn-ea"/>
              </a:rPr>
              <a:t>人事管理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693420" y="1707515"/>
            <a:ext cx="2282825" cy="1395730"/>
            <a:chOff x="882" y="4325"/>
            <a:chExt cx="2534" cy="2771"/>
          </a:xfrm>
        </p:grpSpPr>
        <p:sp>
          <p:nvSpPr>
            <p:cNvPr id="10" name="流程图: 可选过程 9"/>
            <p:cNvSpPr/>
            <p:nvPr>
              <p:custDataLst>
                <p:tags r:id="rId13"/>
              </p:custDataLst>
            </p:nvPr>
          </p:nvSpPr>
          <p:spPr>
            <a:xfrm>
              <a:off x="882" y="4325"/>
              <a:ext cx="2534" cy="737"/>
            </a:xfrm>
            <a:prstGeom prst="flowChartAlternateProcess">
              <a:avLst/>
            </a:prstGeom>
            <a:solidFill>
              <a:srgbClr val="25C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员工管理</a:t>
              </a:r>
            </a:p>
          </p:txBody>
        </p:sp>
        <p:sp>
          <p:nvSpPr>
            <p:cNvPr id="11" name="流程图: 过程 10"/>
            <p:cNvSpPr/>
            <p:nvPr>
              <p:custDataLst>
                <p:tags r:id="rId14"/>
              </p:custDataLst>
            </p:nvPr>
          </p:nvSpPr>
          <p:spPr>
            <a:xfrm>
              <a:off x="882" y="5062"/>
              <a:ext cx="2517" cy="2035"/>
            </a:xfrm>
            <a:prstGeom prst="flowChartProcess">
              <a:avLst/>
            </a:prstGeom>
            <a:solidFill>
              <a:schemeClr val="bg1"/>
            </a:solidFill>
            <a:ln w="12700" cmpd="sng">
              <a:solidFill>
                <a:srgbClr val="00B0F0"/>
              </a:solidFill>
              <a:prstDash val="dash"/>
              <a:beve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员工信息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劳动合同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外部员工</a:t>
              </a:r>
            </a:p>
          </p:txBody>
        </p:sp>
      </p:grpSp>
      <p:grpSp>
        <p:nvGrpSpPr>
          <p:cNvPr id="7" name="组合 6"/>
          <p:cNvGrpSpPr/>
          <p:nvPr>
            <p:custDataLst>
              <p:tags r:id="rId5"/>
            </p:custDataLst>
          </p:nvPr>
        </p:nvGrpSpPr>
        <p:grpSpPr>
          <a:xfrm>
            <a:off x="693420" y="3359150"/>
            <a:ext cx="2282825" cy="1395730"/>
            <a:chOff x="882" y="4325"/>
            <a:chExt cx="2534" cy="2771"/>
          </a:xfrm>
        </p:grpSpPr>
        <p:sp>
          <p:nvSpPr>
            <p:cNvPr id="9" name="流程图: 可选过程 8"/>
            <p:cNvSpPr/>
            <p:nvPr>
              <p:custDataLst>
                <p:tags r:id="rId11"/>
              </p:custDataLst>
            </p:nvPr>
          </p:nvSpPr>
          <p:spPr>
            <a:xfrm>
              <a:off x="882" y="4325"/>
              <a:ext cx="2534" cy="737"/>
            </a:xfrm>
            <a:prstGeom prst="flowChartAlternateProcess">
              <a:avLst/>
            </a:prstGeom>
            <a:solidFill>
              <a:srgbClr val="25C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人事变动</a:t>
              </a:r>
            </a:p>
          </p:txBody>
        </p:sp>
        <p:sp>
          <p:nvSpPr>
            <p:cNvPr id="17" name="流程图: 过程 16"/>
            <p:cNvSpPr/>
            <p:nvPr>
              <p:custDataLst>
                <p:tags r:id="rId12"/>
              </p:custDataLst>
            </p:nvPr>
          </p:nvSpPr>
          <p:spPr>
            <a:xfrm>
              <a:off x="882" y="5062"/>
              <a:ext cx="2517" cy="2035"/>
            </a:xfrm>
            <a:prstGeom prst="flowChartProcess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  <a:prstDash val="dash"/>
              <a:beve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入、转、调、离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二次入职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退休、返聘</a:t>
              </a:r>
            </a:p>
          </p:txBody>
        </p:sp>
      </p:grpSp>
      <p:grpSp>
        <p:nvGrpSpPr>
          <p:cNvPr id="18" name="组合 17"/>
          <p:cNvGrpSpPr/>
          <p:nvPr>
            <p:custDataLst>
              <p:tags r:id="rId6"/>
            </p:custDataLst>
          </p:nvPr>
        </p:nvGrpSpPr>
        <p:grpSpPr>
          <a:xfrm>
            <a:off x="693420" y="5010785"/>
            <a:ext cx="2282825" cy="1395730"/>
            <a:chOff x="882" y="4325"/>
            <a:chExt cx="2534" cy="2771"/>
          </a:xfrm>
        </p:grpSpPr>
        <p:sp>
          <p:nvSpPr>
            <p:cNvPr id="36" name="流程图: 可选过程 35"/>
            <p:cNvSpPr/>
            <p:nvPr>
              <p:custDataLst>
                <p:tags r:id="rId9"/>
              </p:custDataLst>
            </p:nvPr>
          </p:nvSpPr>
          <p:spPr>
            <a:xfrm>
              <a:off x="882" y="4325"/>
              <a:ext cx="2534" cy="737"/>
            </a:xfrm>
            <a:prstGeom prst="flowChartAlternateProcess">
              <a:avLst/>
            </a:prstGeom>
            <a:solidFill>
              <a:srgbClr val="25C1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假勤管理</a:t>
              </a:r>
            </a:p>
          </p:txBody>
        </p:sp>
        <p:sp>
          <p:nvSpPr>
            <p:cNvPr id="37" name="流程图: 过程 36"/>
            <p:cNvSpPr/>
            <p:nvPr>
              <p:custDataLst>
                <p:tags r:id="rId10"/>
              </p:custDataLst>
            </p:nvPr>
          </p:nvSpPr>
          <p:spPr>
            <a:xfrm>
              <a:off x="882" y="5062"/>
              <a:ext cx="2517" cy="2035"/>
            </a:xfrm>
            <a:prstGeom prst="flowChartProcess">
              <a:avLst/>
            </a:prstGeom>
            <a:solidFill>
              <a:schemeClr val="bg1"/>
            </a:solidFill>
            <a:ln w="12700">
              <a:solidFill>
                <a:srgbClr val="00B0F0"/>
              </a:solidFill>
              <a:prstDash val="dash"/>
              <a:beve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与第三方进行集成：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考勤、打卡</a:t>
              </a:r>
              <a:endPara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9" name="圆角矩形 38"/>
          <p:cNvSpPr/>
          <p:nvPr>
            <p:custDataLst>
              <p:tags r:id="rId7"/>
            </p:custDataLst>
          </p:nvPr>
        </p:nvSpPr>
        <p:spPr>
          <a:xfrm>
            <a:off x="3918585" y="1707515"/>
            <a:ext cx="7607935" cy="469900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 w="12700" cmpd="sng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36060" y="1800860"/>
            <a:ext cx="7352030" cy="4513580"/>
          </a:xfrm>
          <a:prstGeom prst="rect">
            <a:avLst/>
          </a:prstGeom>
        </p:spPr>
      </p:pic>
      <p:sp>
        <p:nvSpPr>
          <p:cNvPr id="3" name="流程图: 可选过程 2"/>
          <p:cNvSpPr/>
          <p:nvPr>
            <p:custDataLst>
              <p:tags r:id="rId8"/>
            </p:custDataLst>
          </p:nvPr>
        </p:nvSpPr>
        <p:spPr>
          <a:xfrm>
            <a:off x="3527425" y="1707515"/>
            <a:ext cx="379095" cy="4699000"/>
          </a:xfrm>
          <a:prstGeom prst="flowChartAlternateProcess">
            <a:avLst/>
          </a:prstGeom>
          <a:solidFill>
            <a:srgbClr val="25C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人事报表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7621270" y="3221355"/>
            <a:ext cx="256476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员工花名册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人力机构盘点表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员工变动盘点表</a:t>
            </a:r>
            <a:endParaRPr lang="zh-CN" altLang="en-US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项目工时统计报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2401570"/>
            <a:ext cx="12192000" cy="43319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2"/>
            </p:custDataLst>
          </p:nvPr>
        </p:nvSpPr>
        <p:spPr>
          <a:xfrm>
            <a:off x="7138670" y="2778760"/>
            <a:ext cx="4806315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>
            <p:custDataLst>
              <p:tags r:id="rId3"/>
            </p:custDataLst>
          </p:nvPr>
        </p:nvSpPr>
        <p:spPr>
          <a:xfrm>
            <a:off x="264795" y="2778760"/>
            <a:ext cx="6692900" cy="3637280"/>
          </a:xfrm>
          <a:prstGeom prst="roundRect">
            <a:avLst>
              <a:gd name="adj" fmla="val 1311"/>
            </a:avLst>
          </a:prstGeom>
          <a:solidFill>
            <a:schemeClr val="bg1"/>
          </a:solidFill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文本框 283"/>
          <p:cNvSpPr txBox="1"/>
          <p:nvPr>
            <p:custDataLst>
              <p:tags r:id="rId4"/>
            </p:custDataLst>
          </p:nvPr>
        </p:nvSpPr>
        <p:spPr>
          <a:xfrm>
            <a:off x="311150" y="720725"/>
            <a:ext cx="11215370" cy="150685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深化设计清单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（项目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 </a:t>
            </a: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非标</a:t>
            </a:r>
            <a:r>
              <a:rPr lang="en-US" alt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BOM</a:t>
            </a:r>
            <a:r>
              <a:rPr lang="zh-CN" b="1" dirty="0">
                <a:solidFill>
                  <a:srgbClr val="FFC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b="1" dirty="0">
              <a:solidFill>
                <a:srgbClr val="FFC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algn="just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用场景：系统集成、安装类、新基建类项目，需要进行设计，根据设计进行采购和施工。设计清单即配置清单，经配置的产品可通过收入合同下推项目采购时，可自动展开产品的配置清单物料进行采购。可通过配置清单下推项目预算、下推采购申请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订单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入库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出库、</a:t>
            </a:r>
            <a:r>
              <a:rPr lang="zh-CN" sz="14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下推组装单。</a:t>
            </a:r>
          </a:p>
        </p:txBody>
      </p:sp>
      <p:sp>
        <p:nvSpPr>
          <p:cNvPr id="7" name="圆角矩形 6"/>
          <p:cNvSpPr/>
          <p:nvPr>
            <p:custDataLst>
              <p:tags r:id="rId5"/>
            </p:custDataLst>
          </p:nvPr>
        </p:nvSpPr>
        <p:spPr>
          <a:xfrm>
            <a:off x="2655570" y="3425190"/>
            <a:ext cx="1320800" cy="622935"/>
          </a:xfrm>
          <a:prstGeom prst="roundRect">
            <a:avLst/>
          </a:prstGeom>
          <a:solidFill>
            <a:srgbClr val="05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组装单</a:t>
            </a:r>
          </a:p>
        </p:txBody>
      </p:sp>
      <p:sp>
        <p:nvSpPr>
          <p:cNvPr id="9" name="圆角矩形 8"/>
          <p:cNvSpPr/>
          <p:nvPr>
            <p:custDataLst>
              <p:tags r:id="rId6"/>
            </p:custDataLst>
          </p:nvPr>
        </p:nvSpPr>
        <p:spPr>
          <a:xfrm>
            <a:off x="533400" y="3425190"/>
            <a:ext cx="1322705" cy="622935"/>
          </a:xfrm>
          <a:prstGeom prst="roundRect">
            <a:avLst/>
          </a:prstGeom>
          <a:solidFill>
            <a:srgbClr val="FFB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配置清单</a:t>
            </a:r>
          </a:p>
        </p:txBody>
      </p:sp>
      <p:cxnSp>
        <p:nvCxnSpPr>
          <p:cNvPr id="10" name="直接箭头连接符 9"/>
          <p:cNvCxnSpPr/>
          <p:nvPr>
            <p:custDataLst>
              <p:tags r:id="rId7"/>
            </p:custDataLst>
          </p:nvPr>
        </p:nvCxnSpPr>
        <p:spPr>
          <a:xfrm>
            <a:off x="2055495" y="3736658"/>
            <a:ext cx="400685" cy="0"/>
          </a:xfrm>
          <a:prstGeom prst="straightConnector1">
            <a:avLst/>
          </a:prstGeom>
          <a:ln w="50800">
            <a:solidFill>
              <a:srgbClr val="3587ED"/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>
            <p:custDataLst>
              <p:tags r:id="rId8"/>
            </p:custDataLst>
          </p:nvPr>
        </p:nvSpPr>
        <p:spPr>
          <a:xfrm>
            <a:off x="4775835" y="3425190"/>
            <a:ext cx="1904365" cy="622935"/>
          </a:xfrm>
          <a:prstGeom prst="roundRect">
            <a:avLst/>
          </a:prstGeom>
          <a:solidFill>
            <a:srgbClr val="00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anchorCtr="0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成品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出库</a:t>
            </a:r>
          </a:p>
        </p:txBody>
      </p:sp>
      <p:cxnSp>
        <p:nvCxnSpPr>
          <p:cNvPr id="13" name="直接箭头连接符 12"/>
          <p:cNvCxnSpPr/>
          <p:nvPr>
            <p:custDataLst>
              <p:tags r:id="rId9"/>
            </p:custDataLst>
          </p:nvPr>
        </p:nvCxnSpPr>
        <p:spPr>
          <a:xfrm>
            <a:off x="4175760" y="3736658"/>
            <a:ext cx="400685" cy="0"/>
          </a:xfrm>
          <a:prstGeom prst="straightConnector1">
            <a:avLst/>
          </a:prstGeom>
          <a:ln w="50800">
            <a:solidFill>
              <a:srgbClr val="3587ED"/>
            </a:solidFill>
            <a:bevel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549275" y="4471670"/>
            <a:ext cx="52273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200000"/>
              </a:lnSpc>
              <a:buNone/>
            </a:pPr>
            <a:r>
              <a:rPr kumimoji="1"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1、“项目管理—配置清单”可下推生成“组装单”，以组装成品入库；</a:t>
            </a:r>
          </a:p>
          <a:p>
            <a:pPr indent="0">
              <a:lnSpc>
                <a:spcPct val="200000"/>
              </a:lnSpc>
              <a:buNone/>
            </a:pPr>
            <a:r>
              <a:rPr kumimoji="1"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2、“项目管理参数”中的“配置清单自动展开时机”处不要选择带“出库”的项；</a:t>
            </a:r>
          </a:p>
          <a:p>
            <a:pPr indent="0">
              <a:lnSpc>
                <a:spcPct val="200000"/>
              </a:lnSpc>
              <a:buNone/>
            </a:pPr>
            <a:r>
              <a:rPr kumimoji="1"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配置清单自动展开时机：仅采购类、采购+预算、采购+预算+出库</a:t>
            </a:r>
          </a:p>
          <a:p>
            <a:pPr indent="0">
              <a:lnSpc>
                <a:spcPct val="200000"/>
              </a:lnSpc>
              <a:buNone/>
            </a:pPr>
            <a:r>
              <a:rPr kumimoji="1" 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3、“收入合同”下推“项目领用出库”时，系统以“成品”进行领用出库。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195185" y="3355975"/>
            <a:ext cx="4701540" cy="2717800"/>
            <a:chOff x="11331" y="5285"/>
            <a:chExt cx="7404" cy="4280"/>
          </a:xfrm>
        </p:grpSpPr>
        <p:pic>
          <p:nvPicPr>
            <p:cNvPr id="17" name="图片 16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1331" y="5285"/>
              <a:ext cx="7405" cy="4280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12398" y="5885"/>
              <a:ext cx="1298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组件</a:t>
              </a:r>
            </a:p>
          </p:txBody>
        </p:sp>
        <p:sp>
          <p:nvSpPr>
            <p:cNvPr id="3" name="文本框 2"/>
            <p:cNvSpPr txBox="1"/>
            <p:nvPr>
              <p:custDataLst>
                <p:tags r:id="rId13"/>
              </p:custDataLst>
            </p:nvPr>
          </p:nvSpPr>
          <p:spPr>
            <a:xfrm>
              <a:off x="12398" y="6827"/>
              <a:ext cx="1298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子件</a:t>
              </a:r>
            </a:p>
          </p:txBody>
        </p:sp>
        <p:sp>
          <p:nvSpPr>
            <p:cNvPr id="5" name="文本框 4"/>
            <p:cNvSpPr txBox="1"/>
            <p:nvPr>
              <p:custDataLst>
                <p:tags r:id="rId14"/>
              </p:custDataLst>
            </p:nvPr>
          </p:nvSpPr>
          <p:spPr>
            <a:xfrm>
              <a:off x="15892" y="5504"/>
              <a:ext cx="2443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FF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可通过配置清单，快速制单下游业务单据</a:t>
              </a:r>
            </a:p>
          </p:txBody>
        </p:sp>
      </p:grpSp>
      <p:sp>
        <p:nvSpPr>
          <p:cNvPr id="8" name="标题 1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11.</a:t>
            </a:r>
            <a:r>
              <a:rPr lang="zh-CN" sz="2800" dirty="0">
                <a:sym typeface="+mn-ea"/>
              </a:rPr>
              <a:t>配置清单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690370"/>
            <a:ext cx="12192000" cy="504317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2"/>
            </p:custDataLst>
          </p:nvPr>
        </p:nvSpPr>
        <p:spPr>
          <a:xfrm>
            <a:off x="1732280" y="1998980"/>
            <a:ext cx="8676005" cy="4444365"/>
          </a:xfrm>
          <a:prstGeom prst="roundRect">
            <a:avLst>
              <a:gd name="adj" fmla="val 1311"/>
            </a:avLst>
          </a:prstGeom>
          <a:noFill/>
          <a:ln>
            <a:solidFill>
              <a:srgbClr val="1771E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4525645" cy="469265"/>
          </a:xfrm>
        </p:spPr>
        <p:txBody>
          <a:bodyPr anchor="ctr"/>
          <a:lstStyle/>
          <a:p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12.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借用管理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68960" y="734695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200000"/>
              </a:lnSpc>
            </a:pP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规范物品的借用管理，做到物品的借用有据可依，归还有单可查，减少物品损失。</a:t>
            </a:r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2205355" y="2366645"/>
            <a:ext cx="2633980" cy="3740150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>
            <a:solidFill>
              <a:srgbClr val="000000">
                <a:alpha val="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sp>
        <p:nvSpPr>
          <p:cNvPr id="55" name="文本框 54"/>
          <p:cNvSpPr txBox="1"/>
          <p:nvPr>
            <p:custDataLst>
              <p:tags r:id="rId5"/>
            </p:custDataLst>
          </p:nvPr>
        </p:nvSpPr>
        <p:spPr>
          <a:xfrm>
            <a:off x="2483485" y="5057775"/>
            <a:ext cx="2078990" cy="483870"/>
          </a:xfrm>
          <a:prstGeom prst="rect">
            <a:avLst/>
          </a:prstGeom>
          <a:noFill/>
        </p:spPr>
        <p:txBody>
          <a:bodyPr wrap="square" lIns="91416" tIns="45718" rIns="91416" bIns="45718" rtlCol="0">
            <a:noAutofit/>
          </a:bodyPr>
          <a:lstStyle/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解决物品借用</a:t>
            </a:r>
          </a:p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自动扣减库存</a:t>
            </a:r>
          </a:p>
        </p:txBody>
      </p:sp>
      <p:sp>
        <p:nvSpPr>
          <p:cNvPr id="59" name="矩形 58"/>
          <p:cNvSpPr/>
          <p:nvPr>
            <p:custDataLst>
              <p:tags r:id="rId6"/>
            </p:custDataLst>
          </p:nvPr>
        </p:nvSpPr>
        <p:spPr>
          <a:xfrm>
            <a:off x="2659380" y="4250690"/>
            <a:ext cx="183451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29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借用</a:t>
            </a:r>
          </a:p>
        </p:txBody>
      </p:sp>
      <p:sp>
        <p:nvSpPr>
          <p:cNvPr id="6" name="椭圆 5"/>
          <p:cNvSpPr/>
          <p:nvPr>
            <p:custDataLst>
              <p:tags r:id="rId7"/>
            </p:custDataLst>
          </p:nvPr>
        </p:nvSpPr>
        <p:spPr>
          <a:xfrm>
            <a:off x="2925445" y="2573655"/>
            <a:ext cx="1193800" cy="11938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pic>
        <p:nvPicPr>
          <p:cNvPr id="40" name="图形 3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150235" y="2966720"/>
            <a:ext cx="742950" cy="833755"/>
          </a:xfrm>
          <a:prstGeom prst="rect">
            <a:avLst/>
          </a:prstGeom>
        </p:spPr>
      </p:pic>
      <p:sp>
        <p:nvSpPr>
          <p:cNvPr id="7" name="圆角矩形 6"/>
          <p:cNvSpPr/>
          <p:nvPr>
            <p:custDataLst>
              <p:tags r:id="rId9"/>
            </p:custDataLst>
          </p:nvPr>
        </p:nvSpPr>
        <p:spPr>
          <a:xfrm>
            <a:off x="7227570" y="2366645"/>
            <a:ext cx="2633781" cy="3739916"/>
          </a:xfrm>
          <a:prstGeom prst="roundRect">
            <a:avLst>
              <a:gd name="adj" fmla="val 7575"/>
            </a:avLst>
          </a:prstGeom>
          <a:solidFill>
            <a:schemeClr val="bg1"/>
          </a:solidFill>
          <a:ln>
            <a:solidFill>
              <a:srgbClr val="000000">
                <a:alpha val="0"/>
              </a:srgb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7505542" y="5057645"/>
            <a:ext cx="2078706" cy="483887"/>
          </a:xfrm>
          <a:prstGeom prst="rect">
            <a:avLst/>
          </a:prstGeom>
          <a:noFill/>
        </p:spPr>
        <p:txBody>
          <a:bodyPr wrap="square" lIns="91416" tIns="45718" rIns="91416" bIns="45718" rtlCol="0">
            <a:noAutofit/>
          </a:bodyPr>
          <a:lstStyle/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解决</a:t>
            </a:r>
            <a:r>
              <a:rPr 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物品归还</a:t>
            </a:r>
            <a:endParaRPr lang="zh-CN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自动增加库存</a:t>
            </a:r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7681880" y="4250588"/>
            <a:ext cx="1834612" cy="53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29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r>
              <a:rPr lang="zh-CN" altLang="en-US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归还</a:t>
            </a:r>
            <a:endParaRPr lang="zh-CN" altLang="en-US" sz="2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>
            <p:custDataLst>
              <p:tags r:id="rId12"/>
            </p:custDataLst>
          </p:nvPr>
        </p:nvSpPr>
        <p:spPr>
          <a:xfrm>
            <a:off x="7947690" y="2573405"/>
            <a:ext cx="1193540" cy="11936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18" rIns="91416" bIns="45718" rtlCol="0" anchor="ctr"/>
          <a:lstStyle/>
          <a:p>
            <a:pPr algn="ctr" defTabSz="914400"/>
            <a:endParaRPr lang="zh-CN" altLang="en-US" sz="1900">
              <a:solidFill>
                <a:prstClr val="white"/>
              </a:solidFill>
            </a:endParaRPr>
          </a:p>
        </p:txBody>
      </p:sp>
      <p:pic>
        <p:nvPicPr>
          <p:cNvPr id="16" name="图形 3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47778" y="2966783"/>
            <a:ext cx="755660" cy="820875"/>
          </a:xfrm>
          <a:prstGeom prst="rect">
            <a:avLst/>
          </a:prstGeom>
        </p:spPr>
      </p:pic>
      <p:sp>
        <p:nvSpPr>
          <p:cNvPr id="28" name="等腰三角形 27"/>
          <p:cNvSpPr/>
          <p:nvPr>
            <p:custDataLst>
              <p:tags r:id="rId14"/>
            </p:custDataLst>
          </p:nvPr>
        </p:nvSpPr>
        <p:spPr>
          <a:xfrm rot="5400000">
            <a:off x="5623147" y="3640615"/>
            <a:ext cx="979805" cy="576580"/>
          </a:xfrm>
          <a:prstGeom prst="triangl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02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>
          <a:xfrm>
            <a:off x="1637847" y="1688799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整体业务蓝图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>
          <a:xfrm>
            <a:off x="1637665" y="2142490"/>
            <a:ext cx="7049770" cy="285115"/>
          </a:xfrm>
        </p:spPr>
        <p:txBody>
          <a:bodyPr/>
          <a:lstStyle/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全方位项目管理</a:t>
            </a:r>
            <a:r>
              <a:rPr lang="en-US" altLang="zh-CN">
                <a:sym typeface="+mn-ea"/>
              </a:rPr>
              <a:t> | 2.</a:t>
            </a:r>
            <a:r>
              <a:rPr lang="zh-CN" altLang="en-US">
                <a:sym typeface="+mn-ea"/>
              </a:rPr>
              <a:t>整体业务蓝图</a:t>
            </a:r>
            <a:r>
              <a:rPr lang="en-US" altLang="zh-CN">
                <a:sym typeface="+mn-ea"/>
              </a:rPr>
              <a:t> | 3.</a:t>
            </a:r>
            <a:r>
              <a:rPr lang="zh-CN" altLang="en-US">
                <a:sym typeface="+mn-ea"/>
              </a:rPr>
              <a:t>灵活的业务流程，满足不同管控力度</a:t>
            </a:r>
            <a:r>
              <a:rPr lang="en-US" altLang="zh-CN">
                <a:sym typeface="+mn-ea"/>
              </a:rPr>
              <a:t> | 4.</a:t>
            </a:r>
            <a:r>
              <a:rPr lang="zh-CN" altLang="en-US">
                <a:sym typeface="+mn-ea"/>
              </a:rPr>
              <a:t>产品优势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8"/>
          </p:nvPr>
        </p:nvSpPr>
        <p:spPr>
          <a:xfrm>
            <a:off x="1637665" y="3338830"/>
            <a:ext cx="9529445" cy="285115"/>
          </a:xfrm>
        </p:spPr>
        <p:txBody>
          <a:bodyPr/>
          <a:lstStyle/>
          <a:p>
            <a:r>
              <a:rPr lang="en-US" altLang="zh-CN">
                <a:sym typeface="+mn-ea"/>
              </a:rPr>
              <a:t>1.项目立项 | 2.项目预算 | 3.合同管理 | 4.项目物资 | 5.费用管理 | 6.项目</a:t>
            </a:r>
            <a:r>
              <a:rPr lang="zh-CN" altLang="en-US">
                <a:sym typeface="+mn-ea"/>
              </a:rPr>
              <a:t>执行</a:t>
            </a:r>
            <a:r>
              <a:rPr lang="en-US" altLang="zh-CN">
                <a:sym typeface="+mn-ea"/>
              </a:rPr>
              <a:t>:</a:t>
            </a:r>
            <a:r>
              <a:rPr lang="zh-CN" altLang="en-US">
                <a:sym typeface="+mn-ea"/>
              </a:rPr>
              <a:t>项目计划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我的任务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进度填报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工时填报</a:t>
            </a:r>
            <a:r>
              <a:rPr lang="en-US" altLang="zh-CN">
                <a:sym typeface="+mn-ea"/>
              </a:rPr>
              <a:t> | 7.项目分析 | 8.业财一体</a:t>
            </a:r>
            <a:endParaRPr lang="en-US" altLang="zh-CN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20"/>
          </p:nvPr>
        </p:nvSpPr>
        <p:spPr>
          <a:xfrm>
            <a:off x="1637665" y="4431030"/>
            <a:ext cx="10029825" cy="285115"/>
          </a:xfrm>
        </p:spPr>
        <p:txBody>
          <a:bodyPr/>
          <a:lstStyle/>
          <a:p>
            <a:r>
              <a:rPr lang="zh-CN" altLang="en-US">
                <a:sym typeface="+mn-ea"/>
              </a:rPr>
              <a:t>1.投标管理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2.保证金管理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3.施工管理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4.质量安全</a:t>
            </a:r>
            <a:r>
              <a:rPr lang="en-US" altLang="zh-CN">
                <a:sym typeface="+mn-ea"/>
              </a:rPr>
              <a:t>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.证照管理</a:t>
            </a:r>
            <a:r>
              <a:rPr lang="en-US" altLang="zh-CN">
                <a:sym typeface="+mn-ea"/>
              </a:rPr>
              <a:t> |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6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联营合作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7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售后服务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8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项目提成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9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工资管理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>
                <a:sym typeface="+mn-ea"/>
              </a:rPr>
              <a:t>10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人事管理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 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11</a:t>
            </a:r>
            <a:r>
              <a:rPr lang="zh-CN" altLang="en-US">
                <a:sym typeface="+mn-ea"/>
              </a:rPr>
              <a:t>.配置清单</a:t>
            </a:r>
            <a:r>
              <a:rPr lang="en-US" altLang="zh-CN">
                <a:sym typeface="+mn-ea"/>
              </a:rPr>
              <a:t> |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12</a:t>
            </a:r>
            <a:r>
              <a:rPr lang="zh-CN" altLang="en-US">
                <a:sym typeface="+mn-ea"/>
              </a:rPr>
              <a:t>.借用管理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/>
              <a:t>04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3"/>
          </p:nvPr>
        </p:nvSpPr>
        <p:spPr>
          <a:xfrm>
            <a:off x="1637665" y="5475605"/>
            <a:ext cx="7708265" cy="285115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20"/>
              </a:spcBef>
              <a:spcAft>
                <a:spcPts val="0"/>
              </a:spcAft>
            </a:pPr>
            <a:r>
              <a:rPr lang="en-US">
                <a:sym typeface="+mn-ea"/>
              </a:rPr>
              <a:t>1</a:t>
            </a:r>
            <a:r>
              <a:rPr>
                <a:sym typeface="+mn-ea"/>
              </a:rPr>
              <a:t>.金蝶云APP集成 | </a:t>
            </a:r>
            <a:r>
              <a:rPr lang="en-US">
                <a:sym typeface="+mn-ea"/>
              </a:rPr>
              <a:t>2.</a:t>
            </a:r>
            <a:r>
              <a:rPr>
                <a:sym typeface="+mn-ea"/>
              </a:rPr>
              <a:t>钉钉集成 | </a:t>
            </a:r>
            <a:r>
              <a:rPr lang="en-US">
                <a:sym typeface="+mn-ea"/>
              </a:rPr>
              <a:t>3</a:t>
            </a:r>
            <a:r>
              <a:rPr>
                <a:sym typeface="+mn-ea"/>
              </a:rPr>
              <a:t>.</a:t>
            </a:r>
            <a:r>
              <a:rPr lang="zh-CN">
                <a:sym typeface="+mn-ea"/>
              </a:rPr>
              <a:t>企业微信</a:t>
            </a:r>
            <a:r>
              <a:rPr>
                <a:sym typeface="+mn-ea"/>
              </a:rPr>
              <a:t>集成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9"/>
          </p:nvPr>
        </p:nvSpPr>
        <p:spPr>
          <a:xfrm>
            <a:off x="1637847" y="2928682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核心功能介绍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0"/>
          </p:nvPr>
        </p:nvSpPr>
        <p:spPr>
          <a:xfrm>
            <a:off x="1637847" y="4006367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其他功能介绍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31"/>
          </p:nvPr>
        </p:nvSpPr>
        <p:spPr>
          <a:xfrm>
            <a:off x="1637847" y="5067724"/>
            <a:ext cx="6602906" cy="410834"/>
          </a:xfrm>
        </p:spPr>
        <p:txBody>
          <a:bodyPr/>
          <a:lstStyle/>
          <a:p>
            <a:r>
              <a:rPr lang="zh-CN" altLang="en-US">
                <a:solidFill>
                  <a:srgbClr val="FFC000"/>
                </a:solidFill>
              </a:rPr>
              <a:t>手机端介绍</a:t>
            </a:r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altLang="zh-CN"/>
              <a:t>01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4546600" cy="469265"/>
          </a:xfrm>
        </p:spPr>
        <p:txBody>
          <a:bodyPr anchor="ctr"/>
          <a:lstStyle/>
          <a:p>
            <a:r>
              <a:rPr lang="zh-CN" altLang="en-US" sz="2800" dirty="0">
                <a:sym typeface="+mn-ea"/>
              </a:rPr>
              <a:t>手机端功能界面展示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855980"/>
            <a:ext cx="12192000" cy="587756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64210" y="1623695"/>
            <a:ext cx="2103120" cy="4367530"/>
            <a:chOff x="1541" y="3015"/>
            <a:chExt cx="3312" cy="6878"/>
          </a:xfrm>
        </p:grpSpPr>
        <p:pic>
          <p:nvPicPr>
            <p:cNvPr id="3" name="图片 2" descr="手机端0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541" y="3015"/>
              <a:ext cx="3312" cy="6879"/>
            </a:xfrm>
            <a:prstGeom prst="rect">
              <a:avLst/>
            </a:prstGeom>
          </p:spPr>
        </p:pic>
        <p:sp>
          <p:nvSpPr>
            <p:cNvPr id="7" name="任意多边形 6"/>
            <p:cNvSpPr/>
            <p:nvPr/>
          </p:nvSpPr>
          <p:spPr>
            <a:xfrm>
              <a:off x="1668" y="3205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3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90520" y="1623695"/>
            <a:ext cx="2103120" cy="4367530"/>
            <a:chOff x="5995" y="3212"/>
            <a:chExt cx="3312" cy="6878"/>
          </a:xfrm>
        </p:grpSpPr>
        <p:pic>
          <p:nvPicPr>
            <p:cNvPr id="8" name="图片 7" descr="手机端0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4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343140" y="1623695"/>
            <a:ext cx="2103120" cy="4367530"/>
            <a:chOff x="10322" y="3609"/>
            <a:chExt cx="3312" cy="6878"/>
          </a:xfrm>
        </p:grpSpPr>
        <p:pic>
          <p:nvPicPr>
            <p:cNvPr id="10" name="图片 9" descr="手机端0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5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569450" y="1623695"/>
            <a:ext cx="2103120" cy="4367530"/>
            <a:chOff x="10322" y="3609"/>
            <a:chExt cx="3312" cy="6878"/>
          </a:xfrm>
        </p:grpSpPr>
        <p:pic>
          <p:nvPicPr>
            <p:cNvPr id="5" name="图片 4" descr="手机端0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6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116830" y="1623695"/>
            <a:ext cx="2103120" cy="4367530"/>
            <a:chOff x="5995" y="3212"/>
            <a:chExt cx="3312" cy="6878"/>
          </a:xfrm>
        </p:grpSpPr>
        <p:pic>
          <p:nvPicPr>
            <p:cNvPr id="24" name="图片 23" descr="手机端0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25" name="任意多边形 24"/>
            <p:cNvSpPr/>
            <p:nvPr>
              <p:custDataLst>
                <p:tags r:id="rId3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7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475805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1.</a:t>
            </a:r>
            <a:r>
              <a:rPr lang="zh-CN" altLang="en-US" sz="2800" dirty="0">
                <a:sym typeface="+mn-ea"/>
              </a:rPr>
              <a:t>金蝶云</a:t>
            </a:r>
            <a:r>
              <a:rPr lang="en-US" altLang="zh-CN" sz="2800" dirty="0">
                <a:sym typeface="+mn-ea"/>
              </a:rPr>
              <a:t>APP</a:t>
            </a:r>
            <a:r>
              <a:rPr lang="zh-CN" altLang="en-US" sz="2800" dirty="0">
                <a:sym typeface="+mn-ea"/>
              </a:rPr>
              <a:t>集成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422400"/>
            <a:ext cx="12192000" cy="531114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33780" y="1925955"/>
            <a:ext cx="2103120" cy="4367530"/>
            <a:chOff x="1541" y="3015"/>
            <a:chExt cx="3312" cy="6878"/>
          </a:xfrm>
        </p:grpSpPr>
        <p:pic>
          <p:nvPicPr>
            <p:cNvPr id="3" name="图片 2" descr="手机端0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541" y="3015"/>
              <a:ext cx="3312" cy="6879"/>
            </a:xfrm>
            <a:prstGeom prst="rect">
              <a:avLst/>
            </a:prstGeom>
          </p:spPr>
        </p:pic>
        <p:sp>
          <p:nvSpPr>
            <p:cNvPr id="7" name="任意多边形 6"/>
            <p:cNvSpPr/>
            <p:nvPr/>
          </p:nvSpPr>
          <p:spPr>
            <a:xfrm>
              <a:off x="1668" y="3205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2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823335" y="1925955"/>
            <a:ext cx="2103120" cy="4367530"/>
            <a:chOff x="5995" y="3212"/>
            <a:chExt cx="3312" cy="6878"/>
          </a:xfrm>
        </p:grpSpPr>
        <p:pic>
          <p:nvPicPr>
            <p:cNvPr id="8" name="图片 7" descr="手机端0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9" name="任意多边形 8"/>
            <p:cNvSpPr/>
            <p:nvPr>
              <p:custDataLst>
                <p:tags r:id="rId8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3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612890" y="1925955"/>
            <a:ext cx="2103120" cy="4367530"/>
            <a:chOff x="10322" y="3609"/>
            <a:chExt cx="3312" cy="6878"/>
          </a:xfrm>
        </p:grpSpPr>
        <p:pic>
          <p:nvPicPr>
            <p:cNvPr id="10" name="图片 9" descr="手机端0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4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等腰三角形 27"/>
          <p:cNvSpPr/>
          <p:nvPr>
            <p:custDataLst>
              <p:tags r:id="rId2"/>
            </p:custDataLst>
          </p:nvPr>
        </p:nvSpPr>
        <p:spPr>
          <a:xfrm rot="5400000">
            <a:off x="2990215" y="3821430"/>
            <a:ext cx="979805" cy="576580"/>
          </a:xfrm>
          <a:prstGeom prst="triangle">
            <a:avLst/>
          </a:prstGeom>
          <a:solidFill>
            <a:srgbClr val="FFC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等腰三角形 15"/>
          <p:cNvSpPr/>
          <p:nvPr>
            <p:custDataLst>
              <p:tags r:id="rId3"/>
            </p:custDataLst>
          </p:nvPr>
        </p:nvSpPr>
        <p:spPr>
          <a:xfrm rot="5400000">
            <a:off x="5779770" y="3821430"/>
            <a:ext cx="979805" cy="576580"/>
          </a:xfrm>
          <a:prstGeom prst="triangle">
            <a:avLst/>
          </a:prstGeom>
          <a:solidFill>
            <a:srgbClr val="FFC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39825" y="5215890"/>
            <a:ext cx="429260" cy="47117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081135" y="2924810"/>
            <a:ext cx="235966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金蝶星辰账号登陆，</a:t>
            </a:r>
          </a:p>
          <a:p>
            <a:pPr>
              <a:lnSpc>
                <a:spcPct val="200000"/>
              </a:lnSpc>
            </a:pPr>
            <a:r>
              <a:rPr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即进入项目管理。</a:t>
            </a: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568960" y="540385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与金蝶云APP无缝打通，网页端与PC端 数据同步共享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-635" y="855980"/>
            <a:ext cx="12192000" cy="587756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7399020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1.1.</a:t>
            </a:r>
            <a:r>
              <a:rPr lang="zh-CN" altLang="en-US" sz="2800" dirty="0">
                <a:sym typeface="+mn-ea"/>
              </a:rPr>
              <a:t>采用金蝶标准审批流程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94410"/>
            <a:ext cx="7188200" cy="32448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655" y="2315845"/>
            <a:ext cx="9366885" cy="42640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-635" y="855980"/>
            <a:ext cx="12192000" cy="587756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7399020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1.2.</a:t>
            </a:r>
            <a:r>
              <a:rPr lang="zh-CN" altLang="en-US" sz="2800" dirty="0">
                <a:sym typeface="+mn-ea"/>
              </a:rPr>
              <a:t>金蝶云</a:t>
            </a:r>
            <a:r>
              <a:rPr lang="en-US" altLang="zh-CN" sz="2800" dirty="0">
                <a:sym typeface="+mn-ea"/>
              </a:rPr>
              <a:t>APP</a:t>
            </a:r>
            <a:r>
              <a:rPr lang="zh-CN" altLang="en-US" sz="2800" dirty="0">
                <a:sym typeface="+mn-ea"/>
              </a:rPr>
              <a:t>流程审批</a:t>
            </a:r>
          </a:p>
        </p:txBody>
      </p:sp>
      <p:pic>
        <p:nvPicPr>
          <p:cNvPr id="3" name="图片 2" descr="手机端0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67740" y="1623695"/>
            <a:ext cx="2103120" cy="4368165"/>
          </a:xfrm>
          <a:prstGeom prst="rect">
            <a:avLst/>
          </a:prstGeom>
        </p:spPr>
      </p:pic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1048385" y="1744345"/>
            <a:ext cx="1744980" cy="4122420"/>
          </a:xfrm>
          <a:custGeom>
            <a:avLst/>
            <a:gdLst>
              <a:gd name="connsiteX0" fmla="*/ 4 w 2748"/>
              <a:gd name="connsiteY0" fmla="*/ 450 h 6492"/>
              <a:gd name="connsiteX1" fmla="*/ 267 w 2748"/>
              <a:gd name="connsiteY1" fmla="*/ 9 h 6492"/>
              <a:gd name="connsiteX2" fmla="*/ 2463 w 2748"/>
              <a:gd name="connsiteY2" fmla="*/ 0 h 6492"/>
              <a:gd name="connsiteX3" fmla="*/ 2748 w 2748"/>
              <a:gd name="connsiteY3" fmla="*/ 470 h 6492"/>
              <a:gd name="connsiteX4" fmla="*/ 2748 w 2748"/>
              <a:gd name="connsiteY4" fmla="*/ 6020 h 6492"/>
              <a:gd name="connsiteX5" fmla="*/ 2467 w 2748"/>
              <a:gd name="connsiteY5" fmla="*/ 6475 h 6492"/>
              <a:gd name="connsiteX6" fmla="*/ 2509 w 2748"/>
              <a:gd name="connsiteY6" fmla="*/ 6487 h 6492"/>
              <a:gd name="connsiteX7" fmla="*/ 325 w 2748"/>
              <a:gd name="connsiteY7" fmla="*/ 6492 h 6492"/>
              <a:gd name="connsiteX8" fmla="*/ 0 w 2748"/>
              <a:gd name="connsiteY8" fmla="*/ 6121 h 6492"/>
              <a:gd name="connsiteX9" fmla="*/ 4 w 2748"/>
              <a:gd name="connsiteY9" fmla="*/ 450 h 6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48" h="6492">
                <a:moveTo>
                  <a:pt x="4" y="450"/>
                </a:moveTo>
                <a:cubicBezTo>
                  <a:pt x="4" y="198"/>
                  <a:pt x="15" y="9"/>
                  <a:pt x="267" y="9"/>
                </a:cubicBezTo>
                <a:lnTo>
                  <a:pt x="2463" y="0"/>
                </a:lnTo>
                <a:cubicBezTo>
                  <a:pt x="2715" y="0"/>
                  <a:pt x="2748" y="218"/>
                  <a:pt x="2748" y="470"/>
                </a:cubicBezTo>
                <a:lnTo>
                  <a:pt x="2748" y="6020"/>
                </a:lnTo>
                <a:cubicBezTo>
                  <a:pt x="2748" y="6272"/>
                  <a:pt x="2719" y="6475"/>
                  <a:pt x="2467" y="6475"/>
                </a:cubicBezTo>
                <a:lnTo>
                  <a:pt x="2509" y="6487"/>
                </a:lnTo>
                <a:lnTo>
                  <a:pt x="325" y="6492"/>
                </a:lnTo>
                <a:cubicBezTo>
                  <a:pt x="73" y="6492"/>
                  <a:pt x="0" y="6373"/>
                  <a:pt x="0" y="6121"/>
                </a:cubicBezTo>
                <a:lnTo>
                  <a:pt x="4" y="450"/>
                </a:lnTo>
                <a:close/>
              </a:path>
            </a:pathLst>
          </a:custGeom>
          <a:blipFill rotWithShape="1">
            <a:blip r:embed="rId1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700780" y="1623695"/>
            <a:ext cx="2103120" cy="4367530"/>
            <a:chOff x="5995" y="3212"/>
            <a:chExt cx="3312" cy="6878"/>
          </a:xfrm>
        </p:grpSpPr>
        <p:pic>
          <p:nvPicPr>
            <p:cNvPr id="8" name="图片 7" descr="手机端0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3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166860" y="1623695"/>
            <a:ext cx="2103120" cy="4367530"/>
            <a:chOff x="10322" y="3609"/>
            <a:chExt cx="3312" cy="6878"/>
          </a:xfrm>
        </p:grpSpPr>
        <p:pic>
          <p:nvPicPr>
            <p:cNvPr id="10" name="图片 9" descr="手机端0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4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433820" y="1623695"/>
            <a:ext cx="2103120" cy="4367530"/>
            <a:chOff x="5995" y="3212"/>
            <a:chExt cx="3312" cy="6878"/>
          </a:xfrm>
        </p:grpSpPr>
        <p:pic>
          <p:nvPicPr>
            <p:cNvPr id="24" name="图片 23" descr="手机端0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25" name="任意多边形 24"/>
            <p:cNvSpPr/>
            <p:nvPr>
              <p:custDataLst>
                <p:tags r:id="rId5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5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304990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2.</a:t>
            </a:r>
            <a:r>
              <a:rPr lang="zh-CN" altLang="en-US" sz="2800" dirty="0">
                <a:sym typeface="+mn-ea"/>
              </a:rPr>
              <a:t>钉钉集成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422400"/>
            <a:ext cx="12192000" cy="531114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33780" y="1925955"/>
            <a:ext cx="2103120" cy="4367530"/>
            <a:chOff x="1541" y="3015"/>
            <a:chExt cx="3312" cy="6878"/>
          </a:xfrm>
        </p:grpSpPr>
        <p:pic>
          <p:nvPicPr>
            <p:cNvPr id="3" name="图片 2" descr="手机端0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541" y="3015"/>
              <a:ext cx="3312" cy="6879"/>
            </a:xfrm>
            <a:prstGeom prst="rect">
              <a:avLst/>
            </a:prstGeom>
          </p:spPr>
        </p:pic>
        <p:sp>
          <p:nvSpPr>
            <p:cNvPr id="7" name="任意多边形 6"/>
            <p:cNvSpPr/>
            <p:nvPr/>
          </p:nvSpPr>
          <p:spPr>
            <a:xfrm>
              <a:off x="1668" y="3205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2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等腰三角形 27"/>
          <p:cNvSpPr/>
          <p:nvPr>
            <p:custDataLst>
              <p:tags r:id="rId2"/>
            </p:custDataLst>
          </p:nvPr>
        </p:nvSpPr>
        <p:spPr>
          <a:xfrm rot="5400000">
            <a:off x="2990215" y="3821430"/>
            <a:ext cx="979805" cy="576580"/>
          </a:xfrm>
          <a:prstGeom prst="triangle">
            <a:avLst/>
          </a:prstGeom>
          <a:solidFill>
            <a:srgbClr val="FFC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等腰三角形 15"/>
          <p:cNvSpPr/>
          <p:nvPr>
            <p:custDataLst>
              <p:tags r:id="rId3"/>
            </p:custDataLst>
          </p:nvPr>
        </p:nvSpPr>
        <p:spPr>
          <a:xfrm rot="5400000">
            <a:off x="5779770" y="3821430"/>
            <a:ext cx="979805" cy="576580"/>
          </a:xfrm>
          <a:prstGeom prst="triangle">
            <a:avLst/>
          </a:prstGeom>
          <a:solidFill>
            <a:srgbClr val="FFC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39825" y="3938270"/>
            <a:ext cx="407670" cy="4387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081135" y="2924810"/>
            <a:ext cx="235966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钉钉</a:t>
            </a:r>
            <a:r>
              <a:rPr lang="en-US" alt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工作台</a:t>
            </a:r>
            <a:r>
              <a:rPr lang="en-US" alt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入口，用星辰账号登陆，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即进入项目管理。</a:t>
            </a:r>
            <a:endParaRPr lang="zh-CN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568960" y="540385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与钉钉平台无缝对接，钉钉端单据数据与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端同步共享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823335" y="1925955"/>
            <a:ext cx="2103120" cy="4367530"/>
            <a:chOff x="5995" y="3212"/>
            <a:chExt cx="3312" cy="6878"/>
          </a:xfrm>
        </p:grpSpPr>
        <p:pic>
          <p:nvPicPr>
            <p:cNvPr id="5" name="图片 4" descr="手机端0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6" name="任意多边形 5"/>
            <p:cNvSpPr/>
            <p:nvPr>
              <p:custDataLst>
                <p:tags r:id="rId8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3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12890" y="1925955"/>
            <a:ext cx="2103120" cy="4367530"/>
            <a:chOff x="10322" y="3609"/>
            <a:chExt cx="3312" cy="6878"/>
          </a:xfrm>
        </p:grpSpPr>
        <p:pic>
          <p:nvPicPr>
            <p:cNvPr id="21" name="图片 20" descr="手机端0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22" name="任意多边形 21"/>
            <p:cNvSpPr/>
            <p:nvPr>
              <p:custDataLst>
                <p:tags r:id="rId6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4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-635" y="855980"/>
            <a:ext cx="12192000" cy="587756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7399020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2.1.</a:t>
            </a:r>
            <a:r>
              <a:rPr lang="zh-CN" altLang="en-US" sz="2800" dirty="0">
                <a:sym typeface="+mn-ea"/>
              </a:rPr>
              <a:t>集成钉钉审批（OA审批模板自动同步）</a:t>
            </a: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0251" y="1416704"/>
            <a:ext cx="10833979" cy="4913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-635" y="855980"/>
            <a:ext cx="12192000" cy="587756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7399020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2.2.</a:t>
            </a:r>
            <a:r>
              <a:rPr lang="zh-CN" altLang="en-US" sz="2800" dirty="0">
                <a:sym typeface="+mn-ea"/>
              </a:rPr>
              <a:t>集成钉钉审批（审批流程自定义）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556895" y="1623695"/>
            <a:ext cx="2103120" cy="4367530"/>
            <a:chOff x="1541" y="3015"/>
            <a:chExt cx="3312" cy="6878"/>
          </a:xfrm>
        </p:grpSpPr>
        <p:pic>
          <p:nvPicPr>
            <p:cNvPr id="5" name="图片 4" descr="手机端0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541" y="3015"/>
              <a:ext cx="3312" cy="6879"/>
            </a:xfrm>
            <a:prstGeom prst="rect">
              <a:avLst/>
            </a:prstGeom>
          </p:spPr>
        </p:pic>
        <p:sp>
          <p:nvSpPr>
            <p:cNvPr id="7" name="任意多边形 6"/>
            <p:cNvSpPr/>
            <p:nvPr>
              <p:custDataLst>
                <p:tags r:id="rId11"/>
              </p:custDataLst>
            </p:nvPr>
          </p:nvSpPr>
          <p:spPr>
            <a:xfrm>
              <a:off x="1668" y="3205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4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141595" y="1623695"/>
            <a:ext cx="2103120" cy="4367530"/>
            <a:chOff x="5995" y="3212"/>
            <a:chExt cx="3312" cy="6878"/>
          </a:xfrm>
        </p:grpSpPr>
        <p:pic>
          <p:nvPicPr>
            <p:cNvPr id="8" name="图片 7" descr="手机端0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5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726295" y="1623695"/>
            <a:ext cx="2103120" cy="4367530"/>
            <a:chOff x="10322" y="3609"/>
            <a:chExt cx="3312" cy="6878"/>
          </a:xfrm>
        </p:grpSpPr>
        <p:pic>
          <p:nvPicPr>
            <p:cNvPr id="10" name="图片 9" descr="手机端0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6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433945" y="1623695"/>
            <a:ext cx="2103120" cy="4367530"/>
            <a:chOff x="5995" y="3212"/>
            <a:chExt cx="3312" cy="6878"/>
          </a:xfrm>
        </p:grpSpPr>
        <p:pic>
          <p:nvPicPr>
            <p:cNvPr id="24" name="图片 23" descr="手机端0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25" name="任意多边形 24"/>
            <p:cNvSpPr/>
            <p:nvPr>
              <p:custDataLst>
                <p:tags r:id="rId5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7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849245" y="1623695"/>
            <a:ext cx="2103120" cy="4367530"/>
            <a:chOff x="1541" y="3015"/>
            <a:chExt cx="3312" cy="6878"/>
          </a:xfrm>
        </p:grpSpPr>
        <p:pic>
          <p:nvPicPr>
            <p:cNvPr id="6" name="图片 5" descr="手机端0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541" y="3015"/>
              <a:ext cx="3312" cy="6879"/>
            </a:xfrm>
            <a:prstGeom prst="rect">
              <a:avLst/>
            </a:prstGeom>
          </p:spPr>
        </p:pic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1668" y="3205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8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678815" y="3820160"/>
            <a:ext cx="1570990" cy="3613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3049905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3.</a:t>
            </a:r>
            <a:r>
              <a:rPr lang="zh-CN" altLang="en-US" sz="2800" dirty="0">
                <a:sym typeface="+mn-ea"/>
              </a:rPr>
              <a:t>企业微信集成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-635" y="1422400"/>
            <a:ext cx="12192000" cy="531114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33780" y="1925955"/>
            <a:ext cx="2103120" cy="4367530"/>
            <a:chOff x="1541" y="3015"/>
            <a:chExt cx="3312" cy="6878"/>
          </a:xfrm>
        </p:grpSpPr>
        <p:pic>
          <p:nvPicPr>
            <p:cNvPr id="3" name="图片 2" descr="手机端0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541" y="3015"/>
              <a:ext cx="3312" cy="6879"/>
            </a:xfrm>
            <a:prstGeom prst="rect">
              <a:avLst/>
            </a:prstGeom>
          </p:spPr>
        </p:pic>
        <p:sp>
          <p:nvSpPr>
            <p:cNvPr id="7" name="任意多边形 6"/>
            <p:cNvSpPr/>
            <p:nvPr/>
          </p:nvSpPr>
          <p:spPr>
            <a:xfrm>
              <a:off x="1668" y="3205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2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等腰三角形 27"/>
          <p:cNvSpPr/>
          <p:nvPr>
            <p:custDataLst>
              <p:tags r:id="rId2"/>
            </p:custDataLst>
          </p:nvPr>
        </p:nvSpPr>
        <p:spPr>
          <a:xfrm rot="5400000">
            <a:off x="2990215" y="3821430"/>
            <a:ext cx="979805" cy="576580"/>
          </a:xfrm>
          <a:prstGeom prst="triangle">
            <a:avLst/>
          </a:prstGeom>
          <a:solidFill>
            <a:srgbClr val="FFC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等腰三角形 15"/>
          <p:cNvSpPr/>
          <p:nvPr>
            <p:custDataLst>
              <p:tags r:id="rId3"/>
            </p:custDataLst>
          </p:nvPr>
        </p:nvSpPr>
        <p:spPr>
          <a:xfrm rot="5400000">
            <a:off x="5779770" y="3821430"/>
            <a:ext cx="979805" cy="576580"/>
          </a:xfrm>
          <a:prstGeom prst="triangle">
            <a:avLst/>
          </a:prstGeom>
          <a:solidFill>
            <a:srgbClr val="FFC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549" tIns="60774" rIns="121549" bIns="60774" rtlCol="0" anchor="ctr"/>
          <a:lstStyle/>
          <a:p>
            <a:pPr algn="ctr" defTabSz="603885"/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61415" y="5049520"/>
            <a:ext cx="407670" cy="504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081135" y="2924810"/>
            <a:ext cx="235966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企微</a:t>
            </a:r>
            <a:r>
              <a:rPr lang="en-US" alt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工作台</a:t>
            </a:r>
            <a:r>
              <a:rPr lang="en-US" altLang="zh-CN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入口，用星辰账号登陆，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rgbClr val="FFB61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即进入项目管理。</a:t>
            </a:r>
            <a:endParaRPr lang="zh-CN" b="1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568960" y="540385"/>
            <a:ext cx="11054715" cy="64516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85000"/>
                <a:alpha val="38000"/>
              </a:schemeClr>
            </a:outerShdw>
          </a:effectLst>
        </p:spPr>
        <p:txBody>
          <a:bodyPr wrap="square" rtlCol="0">
            <a:spAutoFit/>
          </a:bodyPr>
          <a:lstStyle/>
          <a:p>
            <a:pPr indent="457200" algn="ctr">
              <a:lnSpc>
                <a:spcPct val="200000"/>
              </a:lnSpc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与企业微信平台无缝对接，企微端单据数据与</a:t>
            </a:r>
            <a:r>
              <a:rPr lang="en-US" alt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端同步共享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3819525" y="1925955"/>
            <a:ext cx="2103120" cy="4367530"/>
            <a:chOff x="5995" y="3212"/>
            <a:chExt cx="3312" cy="6878"/>
          </a:xfrm>
        </p:grpSpPr>
        <p:pic>
          <p:nvPicPr>
            <p:cNvPr id="5" name="图片 4" descr="手机端03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6" name="任意多边形 5"/>
            <p:cNvSpPr/>
            <p:nvPr>
              <p:custDataLst>
                <p:tags r:id="rId8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3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09080" y="1925955"/>
            <a:ext cx="2103120" cy="4367530"/>
            <a:chOff x="10322" y="3609"/>
            <a:chExt cx="3312" cy="6878"/>
          </a:xfrm>
        </p:grpSpPr>
        <p:pic>
          <p:nvPicPr>
            <p:cNvPr id="21" name="图片 20" descr="手机端0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22" name="任意多边形 21"/>
            <p:cNvSpPr/>
            <p:nvPr>
              <p:custDataLst>
                <p:tags r:id="rId6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4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-635" y="855980"/>
            <a:ext cx="12192000" cy="587756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7399020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3.1.</a:t>
            </a:r>
            <a:r>
              <a:rPr lang="zh-CN" altLang="en-US" sz="2800" dirty="0">
                <a:sym typeface="+mn-ea"/>
              </a:rPr>
              <a:t>集成企微审批（OA审批模板自动同步）</a:t>
            </a:r>
          </a:p>
        </p:txBody>
      </p:sp>
      <p:pic>
        <p:nvPicPr>
          <p:cNvPr id="2" name="图片 18" descr="6760a02202714a41d68204eac165d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60" y="1118235"/>
            <a:ext cx="6763385" cy="4413885"/>
          </a:xfrm>
          <a:prstGeom prst="rect">
            <a:avLst/>
          </a:prstGeom>
        </p:spPr>
      </p:pic>
      <p:pic>
        <p:nvPicPr>
          <p:cNvPr id="27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680" y="1921510"/>
            <a:ext cx="8891270" cy="4675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-635" y="855980"/>
            <a:ext cx="12192000" cy="5877560"/>
          </a:xfrm>
          <a:prstGeom prst="rect">
            <a:avLst/>
          </a:prstGeom>
          <a:solidFill>
            <a:srgbClr val="E7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1"/>
          <p:cNvSpPr>
            <a:spLocks noGrp="1"/>
          </p:cNvSpPr>
          <p:nvPr>
            <p:ph type="title"/>
          </p:nvPr>
        </p:nvSpPr>
        <p:spPr>
          <a:xfrm>
            <a:off x="398145" y="210820"/>
            <a:ext cx="7399020" cy="469265"/>
          </a:xfrm>
        </p:spPr>
        <p:txBody>
          <a:bodyPr anchor="ctr"/>
          <a:lstStyle/>
          <a:p>
            <a:r>
              <a:rPr lang="en-US" altLang="zh-CN" sz="2800" dirty="0">
                <a:sym typeface="+mn-ea"/>
              </a:rPr>
              <a:t>3.2.</a:t>
            </a:r>
            <a:r>
              <a:rPr lang="zh-CN" altLang="en-US" sz="2800" dirty="0">
                <a:sym typeface="+mn-ea"/>
              </a:rPr>
              <a:t>集成企微审批（审批流程自定义）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539750" y="1623695"/>
            <a:ext cx="2103120" cy="4367530"/>
            <a:chOff x="1541" y="3015"/>
            <a:chExt cx="3312" cy="6878"/>
          </a:xfrm>
        </p:grpSpPr>
        <p:pic>
          <p:nvPicPr>
            <p:cNvPr id="5" name="图片 4" descr="手机端03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541" y="3015"/>
              <a:ext cx="3312" cy="6879"/>
            </a:xfrm>
            <a:prstGeom prst="rect">
              <a:avLst/>
            </a:prstGeom>
          </p:spPr>
        </p:pic>
        <p:sp>
          <p:nvSpPr>
            <p:cNvPr id="7" name="任意多边形 6"/>
            <p:cNvSpPr/>
            <p:nvPr>
              <p:custDataLst>
                <p:tags r:id="rId11"/>
              </p:custDataLst>
            </p:nvPr>
          </p:nvSpPr>
          <p:spPr>
            <a:xfrm>
              <a:off x="1668" y="3205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4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40990" y="1623695"/>
            <a:ext cx="2103120" cy="4367530"/>
            <a:chOff x="5995" y="3212"/>
            <a:chExt cx="3312" cy="6878"/>
          </a:xfrm>
        </p:grpSpPr>
        <p:pic>
          <p:nvPicPr>
            <p:cNvPr id="8" name="图片 7" descr="手机端0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5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744710" y="1623695"/>
            <a:ext cx="2103120" cy="4367530"/>
            <a:chOff x="10322" y="3609"/>
            <a:chExt cx="3312" cy="6878"/>
          </a:xfrm>
        </p:grpSpPr>
        <p:pic>
          <p:nvPicPr>
            <p:cNvPr id="10" name="图片 9" descr="手机端0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0322" y="3609"/>
              <a:ext cx="3312" cy="6879"/>
            </a:xfrm>
            <a:prstGeom prst="rect">
              <a:avLst/>
            </a:prstGeom>
          </p:spPr>
        </p:pic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>
              <a:off x="10449" y="3799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6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7443470" y="1623695"/>
            <a:ext cx="2103120" cy="4367530"/>
            <a:chOff x="5995" y="3212"/>
            <a:chExt cx="3312" cy="6878"/>
          </a:xfrm>
        </p:grpSpPr>
        <p:pic>
          <p:nvPicPr>
            <p:cNvPr id="24" name="图片 23" descr="手机端0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25" name="任意多边形 24"/>
            <p:cNvSpPr/>
            <p:nvPr>
              <p:custDataLst>
                <p:tags r:id="rId5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7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142230" y="1623695"/>
            <a:ext cx="2103120" cy="4367530"/>
            <a:chOff x="5995" y="3212"/>
            <a:chExt cx="3312" cy="6878"/>
          </a:xfrm>
        </p:grpSpPr>
        <p:pic>
          <p:nvPicPr>
            <p:cNvPr id="6" name="图片 5" descr="手机端03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5995" y="3212"/>
              <a:ext cx="3312" cy="6879"/>
            </a:xfrm>
            <a:prstGeom prst="rect">
              <a:avLst/>
            </a:prstGeom>
          </p:spPr>
        </p:pic>
        <p:sp>
          <p:nvSpPr>
            <p:cNvPr id="12" name="任意多边形 11"/>
            <p:cNvSpPr/>
            <p:nvPr>
              <p:custDataLst>
                <p:tags r:id="rId3"/>
              </p:custDataLst>
            </p:nvPr>
          </p:nvSpPr>
          <p:spPr>
            <a:xfrm>
              <a:off x="6122" y="3402"/>
              <a:ext cx="2748" cy="6492"/>
            </a:xfrm>
            <a:custGeom>
              <a:avLst/>
              <a:gdLst>
                <a:gd name="connsiteX0" fmla="*/ 4 w 2748"/>
                <a:gd name="connsiteY0" fmla="*/ 450 h 6492"/>
                <a:gd name="connsiteX1" fmla="*/ 267 w 2748"/>
                <a:gd name="connsiteY1" fmla="*/ 9 h 6492"/>
                <a:gd name="connsiteX2" fmla="*/ 2463 w 2748"/>
                <a:gd name="connsiteY2" fmla="*/ 0 h 6492"/>
                <a:gd name="connsiteX3" fmla="*/ 2748 w 2748"/>
                <a:gd name="connsiteY3" fmla="*/ 470 h 6492"/>
                <a:gd name="connsiteX4" fmla="*/ 2748 w 2748"/>
                <a:gd name="connsiteY4" fmla="*/ 6020 h 6492"/>
                <a:gd name="connsiteX5" fmla="*/ 2467 w 2748"/>
                <a:gd name="connsiteY5" fmla="*/ 6475 h 6492"/>
                <a:gd name="connsiteX6" fmla="*/ 2509 w 2748"/>
                <a:gd name="connsiteY6" fmla="*/ 6487 h 6492"/>
                <a:gd name="connsiteX7" fmla="*/ 325 w 2748"/>
                <a:gd name="connsiteY7" fmla="*/ 6492 h 6492"/>
                <a:gd name="connsiteX8" fmla="*/ 0 w 2748"/>
                <a:gd name="connsiteY8" fmla="*/ 6121 h 6492"/>
                <a:gd name="connsiteX9" fmla="*/ 4 w 2748"/>
                <a:gd name="connsiteY9" fmla="*/ 450 h 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48" h="6492">
                  <a:moveTo>
                    <a:pt x="4" y="450"/>
                  </a:moveTo>
                  <a:cubicBezTo>
                    <a:pt x="4" y="198"/>
                    <a:pt x="15" y="9"/>
                    <a:pt x="267" y="9"/>
                  </a:cubicBezTo>
                  <a:lnTo>
                    <a:pt x="2463" y="0"/>
                  </a:lnTo>
                  <a:cubicBezTo>
                    <a:pt x="2715" y="0"/>
                    <a:pt x="2748" y="218"/>
                    <a:pt x="2748" y="470"/>
                  </a:cubicBezTo>
                  <a:lnTo>
                    <a:pt x="2748" y="6020"/>
                  </a:lnTo>
                  <a:cubicBezTo>
                    <a:pt x="2748" y="6272"/>
                    <a:pt x="2719" y="6475"/>
                    <a:pt x="2467" y="6475"/>
                  </a:cubicBezTo>
                  <a:lnTo>
                    <a:pt x="2509" y="6487"/>
                  </a:lnTo>
                  <a:lnTo>
                    <a:pt x="325" y="6492"/>
                  </a:lnTo>
                  <a:cubicBezTo>
                    <a:pt x="73" y="6492"/>
                    <a:pt x="0" y="6373"/>
                    <a:pt x="0" y="6121"/>
                  </a:cubicBezTo>
                  <a:lnTo>
                    <a:pt x="4" y="450"/>
                  </a:lnTo>
                  <a:close/>
                </a:path>
              </a:pathLst>
            </a:custGeom>
            <a:blipFill rotWithShape="1">
              <a:blip r:embed="rId18"/>
              <a:stretch>
                <a:fillRect/>
              </a:stretch>
            </a:blip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674370" y="3973195"/>
            <a:ext cx="407670" cy="5041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E5ZTk0MTBhODIyOTllMmQzMWU2ZTcyZjcxZDIwNjIifQ=="/>
  <p:tag name="KSO_WPP_MARK_KEY" val="82836b1c-c6f1-4141-8622-93d53bca08d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,&quot;left&quot;:31.45,&quot;top&quot;:237.05,&quot;width&quot;:898.15}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5,&quot;left&quot;:31.45,&quot;top&quot;:237.05,&quot;width&quot;:898.15}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9.95,&quot;left&quot;:136.4,&quot;top&quot;:157.4,&quot;width&quot;:683.15}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11.0075590551181,&quot;left&quot;:44.5,&quot;top&quot;:109.35,&quot;width&quot;:1756.5833070866142}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500,&quot;width&quot;:12240}"/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55,&quot;left&quot;:53.1,&quot;top&quot;:139.65,&quot;width&quot;:833.05}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6,&quot;left&quot;:26.75,&quot;top&quot;:139.65,&quot;width&quot;:859.4}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411.95,&quot;left&quot;:93.55,&quot;top&quot;:84.95,&quot;width&quot;:754.9}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1.95,&quot;left&quot;:93.55,&quot;top&quot;:84.95,&quot;width&quot;:754.9}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411.95,&quot;left&quot;:93.55,&quot;top&quot;:84.95,&quot;width&quot;:754.9}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7500,&quot;width&quot;:12240}"/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8500000000001,&quot;left&quot;:43.25,&quot;top&quot;:118.9,&quot;width&quot;:473.45}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8500000000001,&quot;left&quot;:43.25,&quot;top&quot;:118.9,&quot;width&quot;:473.45}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8500000000001,&quot;left&quot;:43.25,&quot;top&quot;:118.9,&quot;width&quot;:473.45}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9.95,&quot;left&quot;:136.4,&quot;top&quot;:157.4,&quot;width&quot;:683.15}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8500000000001,&quot;left&quot;:43.25,&quot;top&quot;:118.9,&quot;width&quot;:473.45}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8500000000001,&quot;left&quot;:43.25,&quot;top&quot;:118.9,&quot;width&quot;:473.45}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416.8500000000001,&quot;left&quot;:43.25,&quot;top&quot;:118.9,&quot;width&quot;:473.45}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8500000000001,&quot;left&quot;:43.25,&quot;top&quot;:118.9,&quot;width&quot;:473.45}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416.8500000000001,&quot;left&quot;:43.25,&quot;top&quot;:118.9,&quot;width&quot;:473.45}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6.8500000000001,&quot;left&quot;:43.25,&quot;top&quot;:118.9,&quot;width&quot;:473.45}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416.8500000000001,&quot;left&quot;:43.25,&quot;top&quot;:118.9,&quot;width&quot;:473.45}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49.95,&quot;left&quot;:136.4,&quot;top&quot;:157.4,&quot;width&quot;:683.15}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95,&quot;left&quot;:136.4,&quot;top&quot;:157.4,&quot;width&quot;:683.15}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150000"/>
          </a:lnSpc>
          <a:defRPr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10120</TotalTime>
  <Words>5748</Words>
  <Application>Microsoft Office PowerPoint</Application>
  <PresentationFormat>宽屏</PresentationFormat>
  <Paragraphs>1200</Paragraphs>
  <Slides>65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3" baseType="lpstr">
      <vt:lpstr>Heiti SC Medium</vt:lpstr>
      <vt:lpstr>等线</vt:lpstr>
      <vt:lpstr>微软雅黑</vt:lpstr>
      <vt:lpstr>Arial</vt:lpstr>
      <vt:lpstr>Arial Narrow</vt:lpstr>
      <vt:lpstr>Calibri</vt:lpstr>
      <vt:lpstr>Goudy Old Style</vt:lpstr>
      <vt:lpstr>7_Office Theme</vt:lpstr>
      <vt:lpstr>PowerPoint 演示文稿</vt:lpstr>
      <vt:lpstr>目录</vt:lpstr>
      <vt:lpstr>PowerPoint 演示文稿</vt:lpstr>
      <vt:lpstr>项目整体业务流程图</vt:lpstr>
      <vt:lpstr>项目整体业务蓝图</vt:lpstr>
      <vt:lpstr>灵活的业务流程，满足不同企业的管理需求</vt:lpstr>
      <vt:lpstr>业务流程图：工程施工</vt:lpstr>
      <vt:lpstr>业务流程图：设备安装/售后服务</vt:lpstr>
      <vt:lpstr>业务流程图：现代服务业</vt:lpstr>
      <vt:lpstr>业务流程图：项目型销售（一）</vt:lpstr>
      <vt:lpstr>业务流程图：项目型销售（二）</vt:lpstr>
      <vt:lpstr>业务流程图：项目型简加工</vt:lpstr>
      <vt:lpstr>业务流程图：项目型生产/委外类（一）</vt:lpstr>
      <vt:lpstr>业务流程图：项目型生产/委外类（二）</vt:lpstr>
      <vt:lpstr>产品优势</vt:lpstr>
      <vt:lpstr>目录</vt:lpstr>
      <vt:lpstr>1.项目立项</vt:lpstr>
      <vt:lpstr>2.项目预算</vt:lpstr>
      <vt:lpstr>3.合同管理：合同的全生命周期管理</vt:lpstr>
      <vt:lpstr>合同列表：合同执行数据清晰明了</vt:lpstr>
      <vt:lpstr>合同列表：合同执行数据清晰明了</vt:lpstr>
      <vt:lpstr>合同报表</vt:lpstr>
      <vt:lpstr>4.项目物资：材料的全流程管控</vt:lpstr>
      <vt:lpstr>采购入库单列表</vt:lpstr>
      <vt:lpstr>项目物资报表</vt:lpstr>
      <vt:lpstr>5.费用管理：日常费用</vt:lpstr>
      <vt:lpstr>5.费用管理：费用分摊</vt:lpstr>
      <vt:lpstr>6.项目执行</vt:lpstr>
      <vt:lpstr>项目执行</vt:lpstr>
      <vt:lpstr>6.1项目计划</vt:lpstr>
      <vt:lpstr>6.2我的任务</vt:lpstr>
      <vt:lpstr>6.3进度填报</vt:lpstr>
      <vt:lpstr>6.4工时填报</vt:lpstr>
      <vt:lpstr>7.项目分析</vt:lpstr>
      <vt:lpstr>项目汇总表：一张图看清家底</vt:lpstr>
      <vt:lpstr>公司看板</vt:lpstr>
      <vt:lpstr>项目看板</vt:lpstr>
      <vt:lpstr>项目整体看板</vt:lpstr>
      <vt:lpstr>8.业财一体</vt:lpstr>
      <vt:lpstr>8.业财一体</vt:lpstr>
      <vt:lpstr>目录</vt:lpstr>
      <vt:lpstr>1.投标管理</vt:lpstr>
      <vt:lpstr>2.保证金管理</vt:lpstr>
      <vt:lpstr>3.施工管理</vt:lpstr>
      <vt:lpstr>4.质量安全</vt:lpstr>
      <vt:lpstr>5.证照管理</vt:lpstr>
      <vt:lpstr>6.联营合作</vt:lpstr>
      <vt:lpstr>7.售后服务</vt:lpstr>
      <vt:lpstr>8.项目提成</vt:lpstr>
      <vt:lpstr>9.工资管理</vt:lpstr>
      <vt:lpstr>10.人事管理</vt:lpstr>
      <vt:lpstr>11.配置清单</vt:lpstr>
      <vt:lpstr>12.借用管理</vt:lpstr>
      <vt:lpstr>目录</vt:lpstr>
      <vt:lpstr>手机端功能界面展示</vt:lpstr>
      <vt:lpstr>1.金蝶云APP集成</vt:lpstr>
      <vt:lpstr>1.1.采用金蝶标准审批流程</vt:lpstr>
      <vt:lpstr>1.2.金蝶云APP流程审批</vt:lpstr>
      <vt:lpstr>2.钉钉集成</vt:lpstr>
      <vt:lpstr>2.1.集成钉钉审批（OA审批模板自动同步）</vt:lpstr>
      <vt:lpstr>2.2.集成钉钉审批（审批流程自定义）</vt:lpstr>
      <vt:lpstr>3.企业微信集成</vt:lpstr>
      <vt:lpstr>3.1.集成企微审批（OA审批模板自动同步）</vt:lpstr>
      <vt:lpstr>3.2.集成企微审批（审批流程自定义）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 jimmy</dc:creator>
  <cp:lastModifiedBy>贵 张</cp:lastModifiedBy>
  <cp:revision>2379</cp:revision>
  <dcterms:created xsi:type="dcterms:W3CDTF">2021-01-20T00:36:00Z</dcterms:created>
  <dcterms:modified xsi:type="dcterms:W3CDTF">2026-09-12T15:44:47Z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CB4C9E143FF642EE98EFEA0C7D1DDD91_13</vt:lpwstr>
  </property>
  <property fmtid="{D5CDD505-2E9C-101B-9397-08002B2CF9AE}" pid="3" name="KSOProductBuildVer">
    <vt:lpwstr>2052-12.1.0.20784</vt:lpwstr>
  </property>
</Properties>
</file>