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97eb7f9cbe4f01" /><Relationship Type="http://schemas.openxmlformats.org/officeDocument/2006/relationships/extended-properties" Target="/docProps/app.xml" Id="R1b93b91d610e4dda" /><Relationship Type="http://schemas.openxmlformats.org/officeDocument/2006/relationships/officeDocument" Target="/ppt/presentation.xml" Id="Rf9e59ab730a649b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2c2ad1af36b44df"/>
  </p:sldMasterIdLst>
  <p:notesMasterIdLst>
    <p:notesMasterId xmlns:r="http://schemas.openxmlformats.org/officeDocument/2006/relationships" r:id="R2d8aa043d19d48ad"/>
  </p:notesMasterIdLst>
  <p:sldIdLst>
    <p:sldId xmlns:r="http://schemas.openxmlformats.org/officeDocument/2006/relationships" id="256" r:id="Rd6944ba44c2d4885"/>
    <p:sldId xmlns:r="http://schemas.openxmlformats.org/officeDocument/2006/relationships" id="257" r:id="R69f07ae0b5ee4c44"/>
    <p:sldId xmlns:r="http://schemas.openxmlformats.org/officeDocument/2006/relationships" id="258" r:id="R27de859111a449e3"/>
    <p:sldId xmlns:r="http://schemas.openxmlformats.org/officeDocument/2006/relationships" id="259" r:id="Re747990c6ea24217"/>
    <p:sldId xmlns:r="http://schemas.openxmlformats.org/officeDocument/2006/relationships" id="260" r:id="R08b0ae76d6704674"/>
    <p:sldId xmlns:r="http://schemas.openxmlformats.org/officeDocument/2006/relationships" id="261" r:id="R2509e42bb1864a93"/>
    <p:sldId xmlns:r="http://schemas.openxmlformats.org/officeDocument/2006/relationships" id="262" r:id="Rd5a33d4e83a445b4"/>
    <p:sldId xmlns:r="http://schemas.openxmlformats.org/officeDocument/2006/relationships" id="263" r:id="Rcc34bb81807a46d9"/>
    <p:sldId xmlns:r="http://schemas.openxmlformats.org/officeDocument/2006/relationships" id="264" r:id="Rf1ac2a1558f74002"/>
    <p:sldId xmlns:r="http://schemas.openxmlformats.org/officeDocument/2006/relationships" id="265" r:id="R0c09f1c0e46d491b"/>
    <p:sldId xmlns:r="http://schemas.openxmlformats.org/officeDocument/2006/relationships" id="266" r:id="R1b2575dabe96461a"/>
    <p:sldId xmlns:r="http://schemas.openxmlformats.org/officeDocument/2006/relationships" id="267" r:id="Rf38d932ccf9e4a4a"/>
  </p:sldIdLst>
  <p:sldSz cx="12192000" cy="6858000"/>
  <p:notesSz cx="6858000" cy="9144000"/>
  <p:embeddedFontLst>
    <p:embeddedFont>
      <p:font typeface="Inter"/>
      <p:regular xmlns:r="http://schemas.openxmlformats.org/officeDocument/2006/relationships" r:id="Rf9493ae87b7b42d7"/>
      <p:bold xmlns:r="http://schemas.openxmlformats.org/officeDocument/2006/relationships" r:id="R2462eb801de14e51"/>
    </p:embeddedFont>
    <p:embeddedFont>
      <p:font typeface="Inter Medium"/>
      <p:regular xmlns:r="http://schemas.openxmlformats.org/officeDocument/2006/relationships" r:id="R7b841fab5fd54331"/>
    </p:embeddedFont>
    <p:embeddedFont>
      <p:font typeface="Inter SemiBold"/>
      <p:regular xmlns:r="http://schemas.openxmlformats.org/officeDocument/2006/relationships" r:id="R53eefc61dd994c89"/>
      <p:bold xmlns:r="http://schemas.openxmlformats.org/officeDocument/2006/relationships" r:id="R5acc2d81281f4224"/>
    </p:embeddedFont>
    <p:embeddedFont>
      <p:font typeface="OpenAI Sans"/>
      <p:regular xmlns:r="http://schemas.openxmlformats.org/officeDocument/2006/relationships" r:id="R4e74cbfabd9c4504"/>
      <p:bold xmlns:r="http://schemas.openxmlformats.org/officeDocument/2006/relationships" r:id="R0d0cdbd16acb4516"/>
      <p:italic xmlns:r="http://schemas.openxmlformats.org/officeDocument/2006/relationships" r:id="Rf8f3303c43b74323"/>
      <p:boldItalic xmlns:r="http://schemas.openxmlformats.org/officeDocument/2006/relationships" r:id="R640927f2f11f47c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eb18e4256d4031" /><Relationship Type="http://schemas.openxmlformats.org/officeDocument/2006/relationships/slideMaster" Target="/ppt/slideMasters/slideMaster1.xml" Id="R82c2ad1af36b44df" /><Relationship Type="http://schemas.openxmlformats.org/officeDocument/2006/relationships/notesMaster" Target="/ppt/notesMasters/notesMaster1.xml" Id="R2d8aa043d19d48ad" /><Relationship Type="http://schemas.openxmlformats.org/officeDocument/2006/relationships/presProps" Target="/ppt/presProps.xml" Id="R63eee8aba80b4530" /><Relationship Type="http://schemas.openxmlformats.org/officeDocument/2006/relationships/viewProps" Target="/ppt/viewProps.xml" Id="R6bc2fcfdc2f84aeb" /><Relationship Type="http://schemas.openxmlformats.org/officeDocument/2006/relationships/tableStyles" Target="/ppt/tableStyles.xml" Id="R194936a8746849bc" /><Relationship Type="http://schemas.openxmlformats.org/officeDocument/2006/relationships/font" Target="/ppt/fonts/font.dat" Id="Rf9493ae87b7b42d7" /><Relationship Type="http://schemas.openxmlformats.org/officeDocument/2006/relationships/font" Target="/ppt/fonts/font2.dat" Id="R2462eb801de14e51" /><Relationship Type="http://schemas.openxmlformats.org/officeDocument/2006/relationships/font" Target="/ppt/fonts/font3.dat" Id="R7b841fab5fd54331" /><Relationship Type="http://schemas.openxmlformats.org/officeDocument/2006/relationships/font" Target="/ppt/fonts/font4.dat" Id="R53eefc61dd994c89" /><Relationship Type="http://schemas.openxmlformats.org/officeDocument/2006/relationships/font" Target="/ppt/fonts/font5.dat" Id="R5acc2d81281f4224" /><Relationship Type="http://schemas.openxmlformats.org/officeDocument/2006/relationships/font" Target="/ppt/fonts/font6.dat" Id="R4e74cbfabd9c4504" /><Relationship Type="http://schemas.openxmlformats.org/officeDocument/2006/relationships/font" Target="/ppt/fonts/font7.dat" Id="R0d0cdbd16acb4516" /><Relationship Type="http://schemas.openxmlformats.org/officeDocument/2006/relationships/font" Target="/ppt/fonts/font8.dat" Id="Rf8f3303c43b74323" /><Relationship Type="http://schemas.openxmlformats.org/officeDocument/2006/relationships/font" Target="/ppt/fonts/font9.dat" Id="R640927f2f11f47c3" /><Relationship Type="http://schemas.openxmlformats.org/officeDocument/2006/relationships/slide" Target="/ppt/slides/slide1.xml" Id="Rd6944ba44c2d4885" /><Relationship Type="http://schemas.openxmlformats.org/officeDocument/2006/relationships/slide" Target="/ppt/slides/slide2.xml" Id="R69f07ae0b5ee4c44" /><Relationship Type="http://schemas.openxmlformats.org/officeDocument/2006/relationships/slide" Target="/ppt/slides/slide3.xml" Id="R27de859111a449e3" /><Relationship Type="http://schemas.openxmlformats.org/officeDocument/2006/relationships/slide" Target="/ppt/slides/slide4.xml" Id="Re747990c6ea24217" /><Relationship Type="http://schemas.openxmlformats.org/officeDocument/2006/relationships/slide" Target="/ppt/slides/slide5.xml" Id="R08b0ae76d6704674" /><Relationship Type="http://schemas.openxmlformats.org/officeDocument/2006/relationships/slide" Target="/ppt/slides/slide6.xml" Id="R2509e42bb1864a93" /><Relationship Type="http://schemas.openxmlformats.org/officeDocument/2006/relationships/slide" Target="/ppt/slides/slide7.xml" Id="Rd5a33d4e83a445b4" /><Relationship Type="http://schemas.openxmlformats.org/officeDocument/2006/relationships/slide" Target="/ppt/slides/slide8.xml" Id="Rcc34bb81807a46d9" /><Relationship Type="http://schemas.openxmlformats.org/officeDocument/2006/relationships/slide" Target="/ppt/slides/slide9.xml" Id="Rf1ac2a1558f74002" /><Relationship Type="http://schemas.openxmlformats.org/officeDocument/2006/relationships/slide" Target="/ppt/slides/slide10.xml" Id="R0c09f1c0e46d491b" /><Relationship Type="http://schemas.openxmlformats.org/officeDocument/2006/relationships/slide" Target="/ppt/slides/slide11.xml" Id="R1b2575dabe96461a" /><Relationship Type="http://schemas.openxmlformats.org/officeDocument/2006/relationships/slide" Target="/ppt/slides/slide12.xml" Id="Rf38d932ccf9e4a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5332c809264a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5229fae2794439" /><Relationship Type="http://schemas.openxmlformats.org/officeDocument/2006/relationships/notesMaster" Target="/ppt/notesMasters/notesMaster1.xml" Id="Rd123130c7fca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13127d92d4112" /><Relationship Type="http://schemas.openxmlformats.org/officeDocument/2006/relationships/notesMaster" Target="/ppt/notesMasters/notesMaster1.xml" Id="R60de17b72b04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2c394a3a34562" /><Relationship Type="http://schemas.openxmlformats.org/officeDocument/2006/relationships/notesMaster" Target="/ppt/notesMasters/notesMaster1.xml" Id="Rd852a51703f24d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f6de5c54349bb" /><Relationship Type="http://schemas.openxmlformats.org/officeDocument/2006/relationships/notesMaster" Target="/ppt/notesMasters/notesMaster1.xml" Id="R14242ec1e3764d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9dafa0e7b4e60" /><Relationship Type="http://schemas.openxmlformats.org/officeDocument/2006/relationships/notesMaster" Target="/ppt/notesMasters/notesMaster1.xml" Id="R5461035a082e42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627b39d59423e" /><Relationship Type="http://schemas.openxmlformats.org/officeDocument/2006/relationships/notesMaster" Target="/ppt/notesMasters/notesMaster1.xml" Id="Rec22ce5b11a3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745d7fc68f4b6a" /><Relationship Type="http://schemas.openxmlformats.org/officeDocument/2006/relationships/notesMaster" Target="/ppt/notesMasters/notesMaster1.xml" Id="Reeeb9a71c05446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edf150d60b4a2f" /><Relationship Type="http://schemas.openxmlformats.org/officeDocument/2006/relationships/notesMaster" Target="/ppt/notesMasters/notesMaster1.xml" Id="R64f94299ac7040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1485e96b1d4af3" /><Relationship Type="http://schemas.openxmlformats.org/officeDocument/2006/relationships/notesMaster" Target="/ppt/notesMasters/notesMaster1.xml" Id="R68583170387445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8e878d18a74881" /><Relationship Type="http://schemas.openxmlformats.org/officeDocument/2006/relationships/notesMaster" Target="/ppt/notesMasters/notesMaster1.xml" Id="R3cca1373eb5843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a675b154df45e5" /><Relationship Type="http://schemas.openxmlformats.org/officeDocument/2006/relationships/notesMaster" Target="/ppt/notesMasters/notesMaster1.xml" Id="R61fc7d87983249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365d8b95674b63" /><Relationship Type="http://schemas.openxmlformats.org/officeDocument/2006/relationships/notesMaster" Target="/ppt/notesMasters/notesMaster1.xml" Id="R21f19177c28c41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10142d3b164d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5f2945a134f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dbb49f82445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b80e3ec314c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39cf086d9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e30dbf6e24c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f7183341b457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531c8bffa407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551edc80d4822" /><Relationship Type="http://schemas.openxmlformats.org/officeDocument/2006/relationships/image" Target="/ppt/media/image.png" Id="R8fdcc2a8797847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0eab3bd6d4b1b" /><Relationship Type="http://schemas.openxmlformats.org/officeDocument/2006/relationships/image" Target="/ppt/media/image2.png" Id="Rbb9026edec69497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fdcc2a8797847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bb9026edec6949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359f93bf54d80" /><Relationship Type="http://schemas.openxmlformats.org/officeDocument/2006/relationships/slideLayout" Target="/ppt/slideLayouts/slideLayout1.xml" Id="Ra19e0503f6814798" /><Relationship Type="http://schemas.openxmlformats.org/officeDocument/2006/relationships/slideLayout" Target="/ppt/slideLayouts/slideLayout2.xml" Id="R71d8c5bb45f543c1" /><Relationship Type="http://schemas.openxmlformats.org/officeDocument/2006/relationships/slideLayout" Target="/ppt/slideLayouts/slideLayout3.xml" Id="Rce33d05a509349b7" /><Relationship Type="http://schemas.openxmlformats.org/officeDocument/2006/relationships/slideLayout" Target="/ppt/slideLayouts/slideLayout4.xml" Id="R07d83abcac3745b0" /><Relationship Type="http://schemas.openxmlformats.org/officeDocument/2006/relationships/slideLayout" Target="/ppt/slideLayouts/slideLayout5.xml" Id="R8703799a7c604cd7" /><Relationship Type="http://schemas.openxmlformats.org/officeDocument/2006/relationships/slideLayout" Target="/ppt/slideLayouts/slideLayout6.xml" Id="R84888ca9385046c4" /><Relationship Type="http://schemas.openxmlformats.org/officeDocument/2006/relationships/slideLayout" Target="/ppt/slideLayouts/slideLayout7.xml" Id="R3b5c05b0adb4486b" /><Relationship Type="http://schemas.openxmlformats.org/officeDocument/2006/relationships/slideLayout" Target="/ppt/slideLayouts/slideLayout8.xml" Id="Rb93226c0642045eb" /><Relationship Type="http://schemas.openxmlformats.org/officeDocument/2006/relationships/slideLayout" Target="/ppt/slideLayouts/slideLayout9.xml" Id="R2c73a2deb563438d" /><Relationship Type="http://schemas.openxmlformats.org/officeDocument/2006/relationships/slideLayout" Target="/ppt/slideLayouts/slideLayout10.xml" Id="Red8e9fbf85f5475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9e0503f6814798"/>
    <p:sldLayoutId xmlns:r="http://schemas.openxmlformats.org/officeDocument/2006/relationships" id="2147483650" r:id="R71d8c5bb45f543c1"/>
    <p:sldLayoutId xmlns:r="http://schemas.openxmlformats.org/officeDocument/2006/relationships" id="2147483651" r:id="Rce33d05a509349b7"/>
    <p:sldLayoutId xmlns:r="http://schemas.openxmlformats.org/officeDocument/2006/relationships" id="2147483652" r:id="R07d83abcac3745b0"/>
    <p:sldLayoutId xmlns:r="http://schemas.openxmlformats.org/officeDocument/2006/relationships" id="2147483653" r:id="R8703799a7c604cd7"/>
    <p:sldLayoutId xmlns:r="http://schemas.openxmlformats.org/officeDocument/2006/relationships" id="2147483654" r:id="R84888ca9385046c4"/>
    <p:sldLayoutId xmlns:r="http://schemas.openxmlformats.org/officeDocument/2006/relationships" id="2147483655" r:id="R3b5c05b0adb4486b"/>
    <p:sldLayoutId xmlns:r="http://schemas.openxmlformats.org/officeDocument/2006/relationships" id="2147483656" r:id="Rb93226c0642045eb"/>
    <p:sldLayoutId xmlns:r="http://schemas.openxmlformats.org/officeDocument/2006/relationships" id="2147483657" r:id="R2c73a2deb563438d"/>
    <p:sldLayoutId xmlns:r="http://schemas.openxmlformats.org/officeDocument/2006/relationships" id="2147483658" r:id="Red8e9fbf85f5475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780f7ac3b430e" /><Relationship Type="http://schemas.openxmlformats.org/officeDocument/2006/relationships/image" Target="/ppt/media/image3.png" Id="Rb846ebfed6354184" /><Relationship Type="http://schemas.openxmlformats.org/officeDocument/2006/relationships/notesSlide" Target="/ppt/notesSlides/notesSlide1.xml" Id="R2d5048212f82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ebbe135a24773" /><Relationship Type="http://schemas.openxmlformats.org/officeDocument/2006/relationships/notesSlide" Target="/ppt/notesSlides/notesSlide2.xml" Id="R9946c086b965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d4d049af14065" /><Relationship Type="http://schemas.openxmlformats.org/officeDocument/2006/relationships/notesSlide" Target="/ppt/notesSlides/notesSlide3.xml" Id="R4fa8967338504f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44bad1e824216" /><Relationship Type="http://schemas.openxmlformats.org/officeDocument/2006/relationships/notesSlide" Target="/ppt/notesSlides/notesSlide4.xml" Id="R1fa09825c653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5b73e56646480b" /><Relationship Type="http://schemas.openxmlformats.org/officeDocument/2006/relationships/notesSlide" Target="/ppt/notesSlides/notesSlide5.xml" Id="R87fc6e8979254f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b87bc3a494143" /><Relationship Type="http://schemas.openxmlformats.org/officeDocument/2006/relationships/notesSlide" Target="/ppt/notesSlides/notesSlide6.xml" Id="R368bb7098aae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7aa695c8f14d41" /><Relationship Type="http://schemas.openxmlformats.org/officeDocument/2006/relationships/notesSlide" Target="/ppt/notesSlides/notesSlide7.xml" Id="R1f84ff83852e4d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1c4f0e6f84aa7" /><Relationship Type="http://schemas.openxmlformats.org/officeDocument/2006/relationships/notesSlide" Target="/ppt/notesSlides/notesSlide8.xml" Id="Rdcf93b41fefb4e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a3b05c59c4923" /><Relationship Type="http://schemas.openxmlformats.org/officeDocument/2006/relationships/notesSlide" Target="/ppt/notesSlides/notesSlide9.xml" Id="R176ba263449540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b3a41836bd433e" /><Relationship Type="http://schemas.openxmlformats.org/officeDocument/2006/relationships/notesSlide" Target="/ppt/notesSlides/notesSlide10.xml" Id="Re50353fde0f0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6ed2e430cc4f17" /><Relationship Type="http://schemas.openxmlformats.org/officeDocument/2006/relationships/notesSlide" Target="/ppt/notesSlides/notesSlide11.xml" Id="R13a57a4d3af442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564b4c82044f5" /><Relationship Type="http://schemas.openxmlformats.org/officeDocument/2006/relationships/image" Target="/ppt/media/image3.png" Id="R6e39b42f1edd4ce4" /><Relationship Type="http://schemas.openxmlformats.org/officeDocument/2006/relationships/notesSlide" Target="/ppt/notesSlides/notesSlide12.xml" Id="Rfe19d60a56bf41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Team onsite </a:t>
            </a:r>
            <a:br/>
            <a:r>
              <a:rPr sz="7200">
                <a:solidFill>
                  <a:schemeClr val="accent6">
                    <a:lumMod val="75000"/>
                  </a:schemeClr>
                </a:solidFill>
              </a:rPr>
              <a:t>and planning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August Team Onsite </a:t>
            </a:r>
          </a:p>
          <a:p xmlns:a="http://schemas.openxmlformats.org/drawingml/2006/main">
            <a:r>
              <a:rPr sz="1800"/>
              <a:t>San Francisco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6ebfed6354184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Today’s Agenda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one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two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three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four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five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Agenda item six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two comparison cards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Detail goes here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enim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fringilla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tempus nec 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latin typeface="Helvetica Neue"/>
                <a:ea typeface="Helvetica Neue"/>
                <a:cs typeface="Helvetica Neue"/>
              </a:rPr>
              <a:t> cursus. </a:t>
            </a: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and 2x2 card grid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with three text only milestones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with four topics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Item or topic </a:t>
            </a:r>
            <a:br/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title goes here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Quam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points grid layout 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 ut massa luctus cursus. 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amet, consectetur adipiscing elit. Pellentesque ultricies quam ut massa luctus cursus. 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Large message slides with two callouts. Lorem ipsum dolor sit </a:t>
            </a:r>
            <a:r>
              <a:rPr sz="4800"/>
              <a:t>amet</a:t>
            </a:r>
            <a:r>
              <a:rPr sz="4800"/>
              <a:t>, </a:t>
            </a:r>
            <a:r>
              <a:rPr sz="4800"/>
              <a:t>consectetur</a:t>
            </a:r>
            <a:r>
              <a:rPr sz="4800"/>
              <a:t> </a:t>
            </a:r>
            <a:r>
              <a:rPr sz="4800"/>
              <a:t>adipiscing</a:t>
            </a:r>
            <a:r>
              <a:rPr sz="4800"/>
              <a:t> </a:t>
            </a:r>
            <a:r>
              <a:rPr sz="4800"/>
              <a:t>elit</a:t>
            </a:r>
            <a:r>
              <a:rPr sz="4800"/>
              <a:t>. </a:t>
            </a:r>
            <a:r>
              <a:rPr sz="4800"/>
              <a:t>Pellentesque</a:t>
            </a:r>
            <a:r>
              <a:rPr sz="4800"/>
              <a:t> </a:t>
            </a:r>
            <a:r>
              <a:rPr sz="4800"/>
              <a:t>ultricies</a:t>
            </a:r>
            <a:r>
              <a:rPr sz="4800"/>
              <a:t> </a:t>
            </a:r>
            <a:r>
              <a:rPr sz="4800"/>
              <a:t>quam</a:t>
            </a:r>
            <a:r>
              <a:rPr sz="4800"/>
              <a:t> </a:t>
            </a:r>
            <a:br/>
            <a:r>
              <a:rPr sz="4800"/>
              <a:t>ut</a:t>
            </a:r>
            <a:r>
              <a:rPr sz="4800"/>
              <a:t> </a:t>
            </a:r>
            <a:r>
              <a:rPr sz="4800"/>
              <a:t>massa</a:t>
            </a:r>
            <a:r>
              <a:rPr sz="4800"/>
              <a:t> </a:t>
            </a:r>
            <a:r>
              <a:rPr sz="4800"/>
              <a:t>luctus</a:t>
            </a:r>
            <a:r>
              <a:rPr sz="4800"/>
              <a:t> cursus.  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latin typeface="Inter"/>
                <a:ea typeface="Inter"/>
                <a:cs typeface="Inter"/>
              </a:rPr>
              <a:t>amet</a:t>
            </a:r>
            <a:r>
              <a:rPr sz="1600">
                <a:latin typeface="Inter"/>
                <a:ea typeface="Inter"/>
                <a:cs typeface="Inter"/>
              </a:rPr>
              <a:t>, </a:t>
            </a:r>
            <a:r>
              <a:rPr sz="1600">
                <a:latin typeface="Inter"/>
                <a:ea typeface="Inter"/>
                <a:cs typeface="Inter"/>
              </a:rPr>
              <a:t>consectetur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adipiscing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elit</a:t>
            </a:r>
            <a:r>
              <a:rPr sz="1600">
                <a:latin typeface="Inter"/>
                <a:ea typeface="Inter"/>
                <a:cs typeface="Inter"/>
              </a:rPr>
              <a:t>. </a:t>
            </a:r>
            <a:r>
              <a:rPr sz="1600">
                <a:latin typeface="Inter"/>
                <a:ea typeface="Inter"/>
                <a:cs typeface="Inter"/>
              </a:rPr>
              <a:t>Pellentesque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ultricies</a:t>
            </a:r>
            <a:r>
              <a:rPr sz="1600">
                <a:latin typeface="Inter"/>
                <a:ea typeface="Inter"/>
                <a:cs typeface="Inter"/>
              </a:rPr>
              <a:t> </a:t>
            </a:r>
            <a:r>
              <a:rPr sz="1600">
                <a:latin typeface="Inter"/>
                <a:ea typeface="Inter"/>
                <a:cs typeface="Inter"/>
              </a:rPr>
              <a:t>quam</a:t>
            </a:r>
            <a:r>
              <a:rPr sz="1600"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16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Intro and data table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Topic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cursus.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pharetra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mauris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tortor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In hac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habitasse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platea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dictumst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Proin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mattis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nibh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risus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Nulla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tempor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elementum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dapibus</a:t>
            </a: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Column Label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>
                <a:latin typeface="Helvetica Neue"/>
                <a:ea typeface="Helvetica Neue"/>
                <a:cs typeface="Helvetica Neue"/>
              </a:rPr>
              <a:t>amet</a:t>
            </a:r>
            <a:r>
              <a:rPr>
                <a:latin typeface="Helvetica Neue"/>
                <a:ea typeface="Helvetica Neue"/>
                <a:cs typeface="Helvetica Neue"/>
              </a:rPr>
              <a:t>, </a:t>
            </a:r>
            <a:r>
              <a:rPr>
                <a:latin typeface="Helvetica Neue"/>
                <a:ea typeface="Helvetica Neue"/>
                <a:cs typeface="Helvetica Neue"/>
              </a:rPr>
              <a:t>consectetur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adipiscing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elit</a:t>
            </a:r>
            <a:r>
              <a:rPr>
                <a:latin typeface="Helvetica Neue"/>
                <a:ea typeface="Helvetica Neue"/>
                <a:cs typeface="Helvetica Neue"/>
              </a:rPr>
              <a:t>. </a:t>
            </a:r>
            <a:r>
              <a:rPr>
                <a:latin typeface="Helvetica Neue"/>
                <a:ea typeface="Helvetica Neue"/>
                <a:cs typeface="Helvetica Neue"/>
              </a:rPr>
              <a:t>Pellentesque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ultricies</a:t>
            </a:r>
            <a:r>
              <a:rPr>
                <a:latin typeface="Helvetica Neue"/>
                <a:ea typeface="Helvetica Neue"/>
                <a:cs typeface="Helvetica Neue"/>
              </a:rPr>
              <a:t> </a:t>
            </a:r>
            <a:r>
              <a:rPr>
                <a:latin typeface="Helvetica Neue"/>
                <a:ea typeface="Helvetica Neue"/>
                <a:cs typeface="Helvetica Neue"/>
              </a:rPr>
              <a:t>quam</a:t>
            </a:r>
            <a:r>
              <a:rPr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with three text only milestones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A3F72263-E5F1-48F1-9187-E7890DFDA4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Lorem ipsum dolor sit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amet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,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consectetur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adipiscing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elit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Pellentesque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ultricies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quam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luctus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cursus. 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21A381B6-A5B5-4D1E-AD0D-EB5DB1394D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23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5C64A52E-38E3-4001-845A-94710ACFC13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elementum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dapibus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 Nam non ante quis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enim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fringilla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tempus nec in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lectus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92E93A6D-D190-4CEB-B2D9-6E648F3747D1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Nulla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tempor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ut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massa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elementum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dapibus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 Nam non ante quis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enim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fringilla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 tempus nec in 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lectus</a:t>
            </a:r>
            <a:r>
              <a:rPr sz="2000">
                <a:solidFill>
                  <a:prstClr val="black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34A8ED48-8872-42E7-A325-71CA533F8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column layout with icons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3487C93B-8F8D-48D1-9B6F-B773D5E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48563A8E-C3D5-46FE-9E65-938CCD7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06390986-2F69-4982-920C-EB3B991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30487E6C-E679-F541-4B4C-695C244D809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59563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August Team Onsite </a:t>
            </a:r>
          </a:p>
          <a:p xmlns:a="http://schemas.openxmlformats.org/drawingml/2006/main">
            <a:r>
              <a:rPr sz="1800"/>
              <a:t>San Francisco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9b42f1edd4ce4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2026-08-12T07:14:58.1740000Z</dcterms:created>
  <dcterms:modified xsi:type="dcterms:W3CDTF">2026-08-12T07:14:58.1740000Z</dcterms:modified>
</coreProperties>
</file>